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23"/>
  </p:notesMasterIdLst>
  <p:handoutMasterIdLst>
    <p:handoutMasterId r:id="rId24"/>
  </p:handoutMasterIdLst>
  <p:sldIdLst>
    <p:sldId id="722" r:id="rId2"/>
    <p:sldId id="720" r:id="rId3"/>
    <p:sldId id="287" r:id="rId4"/>
    <p:sldId id="306" r:id="rId5"/>
    <p:sldId id="303" r:id="rId6"/>
    <p:sldId id="723" r:id="rId7"/>
    <p:sldId id="724" r:id="rId8"/>
    <p:sldId id="725" r:id="rId9"/>
    <p:sldId id="726" r:id="rId10"/>
    <p:sldId id="727" r:id="rId11"/>
    <p:sldId id="728" r:id="rId12"/>
    <p:sldId id="729" r:id="rId13"/>
    <p:sldId id="730" r:id="rId14"/>
    <p:sldId id="731" r:id="rId15"/>
    <p:sldId id="732" r:id="rId16"/>
    <p:sldId id="733" r:id="rId17"/>
    <p:sldId id="734" r:id="rId18"/>
    <p:sldId id="735" r:id="rId19"/>
    <p:sldId id="736" r:id="rId20"/>
    <p:sldId id="737" r:id="rId21"/>
    <p:sldId id="738" r:id="rId22"/>
  </p:sldIdLst>
  <p:sldSz cx="9144000" cy="6858000" type="screen4x3"/>
  <p:notesSz cx="6858000" cy="9296400"/>
  <p:defaultTextStyle>
    <a:defPPr>
      <a:defRPr lang="es-AR"/>
    </a:defPPr>
    <a:lvl1pPr algn="l" rtl="0" eaLnBrk="0" fontAlgn="base" hangingPunct="0">
      <a:spcBef>
        <a:spcPct val="0"/>
      </a:spcBef>
      <a:spcAft>
        <a:spcPct val="0"/>
      </a:spcAft>
      <a:defRPr sz="1400" kern="1200">
        <a:solidFill>
          <a:schemeClr val="folHlink"/>
        </a:solidFill>
        <a:latin typeface="Tahoma" pitchFamily="34" charset="0"/>
        <a:ea typeface="+mn-ea"/>
        <a:cs typeface="+mn-cs"/>
      </a:defRPr>
    </a:lvl1pPr>
    <a:lvl2pPr marL="457200" algn="l" rtl="0" eaLnBrk="0" fontAlgn="base" hangingPunct="0">
      <a:spcBef>
        <a:spcPct val="0"/>
      </a:spcBef>
      <a:spcAft>
        <a:spcPct val="0"/>
      </a:spcAft>
      <a:defRPr sz="1400" kern="1200">
        <a:solidFill>
          <a:schemeClr val="folHlink"/>
        </a:solidFill>
        <a:latin typeface="Tahoma" pitchFamily="34" charset="0"/>
        <a:ea typeface="+mn-ea"/>
        <a:cs typeface="+mn-cs"/>
      </a:defRPr>
    </a:lvl2pPr>
    <a:lvl3pPr marL="914400" algn="l" rtl="0" eaLnBrk="0" fontAlgn="base" hangingPunct="0">
      <a:spcBef>
        <a:spcPct val="0"/>
      </a:spcBef>
      <a:spcAft>
        <a:spcPct val="0"/>
      </a:spcAft>
      <a:defRPr sz="1400" kern="1200">
        <a:solidFill>
          <a:schemeClr val="folHlink"/>
        </a:solidFill>
        <a:latin typeface="Tahoma" pitchFamily="34" charset="0"/>
        <a:ea typeface="+mn-ea"/>
        <a:cs typeface="+mn-cs"/>
      </a:defRPr>
    </a:lvl3pPr>
    <a:lvl4pPr marL="1371600" algn="l" rtl="0" eaLnBrk="0" fontAlgn="base" hangingPunct="0">
      <a:spcBef>
        <a:spcPct val="0"/>
      </a:spcBef>
      <a:spcAft>
        <a:spcPct val="0"/>
      </a:spcAft>
      <a:defRPr sz="1400" kern="1200">
        <a:solidFill>
          <a:schemeClr val="folHlink"/>
        </a:solidFill>
        <a:latin typeface="Tahoma" pitchFamily="34" charset="0"/>
        <a:ea typeface="+mn-ea"/>
        <a:cs typeface="+mn-cs"/>
      </a:defRPr>
    </a:lvl4pPr>
    <a:lvl5pPr marL="1828800" algn="l" rtl="0" eaLnBrk="0" fontAlgn="base" hangingPunct="0">
      <a:spcBef>
        <a:spcPct val="0"/>
      </a:spcBef>
      <a:spcAft>
        <a:spcPct val="0"/>
      </a:spcAft>
      <a:defRPr sz="1400" kern="1200">
        <a:solidFill>
          <a:schemeClr val="folHlink"/>
        </a:solidFill>
        <a:latin typeface="Tahoma" pitchFamily="34" charset="0"/>
        <a:ea typeface="+mn-ea"/>
        <a:cs typeface="+mn-cs"/>
      </a:defRPr>
    </a:lvl5pPr>
    <a:lvl6pPr marL="2286000" algn="l" defTabSz="914400" rtl="0" eaLnBrk="1" latinLnBrk="0" hangingPunct="1">
      <a:defRPr sz="1400" kern="1200">
        <a:solidFill>
          <a:schemeClr val="folHlink"/>
        </a:solidFill>
        <a:latin typeface="Tahoma" pitchFamily="34" charset="0"/>
        <a:ea typeface="+mn-ea"/>
        <a:cs typeface="+mn-cs"/>
      </a:defRPr>
    </a:lvl6pPr>
    <a:lvl7pPr marL="2743200" algn="l" defTabSz="914400" rtl="0" eaLnBrk="1" latinLnBrk="0" hangingPunct="1">
      <a:defRPr sz="1400" kern="1200">
        <a:solidFill>
          <a:schemeClr val="folHlink"/>
        </a:solidFill>
        <a:latin typeface="Tahoma" pitchFamily="34" charset="0"/>
        <a:ea typeface="+mn-ea"/>
        <a:cs typeface="+mn-cs"/>
      </a:defRPr>
    </a:lvl7pPr>
    <a:lvl8pPr marL="3200400" algn="l" defTabSz="914400" rtl="0" eaLnBrk="1" latinLnBrk="0" hangingPunct="1">
      <a:defRPr sz="1400" kern="1200">
        <a:solidFill>
          <a:schemeClr val="folHlink"/>
        </a:solidFill>
        <a:latin typeface="Tahoma" pitchFamily="34" charset="0"/>
        <a:ea typeface="+mn-ea"/>
        <a:cs typeface="+mn-cs"/>
      </a:defRPr>
    </a:lvl8pPr>
    <a:lvl9pPr marL="3657600" algn="l" defTabSz="914400" rtl="0" eaLnBrk="1" latinLnBrk="0" hangingPunct="1">
      <a:defRPr sz="1400" kern="1200">
        <a:solidFill>
          <a:schemeClr val="folHlink"/>
        </a:solidFill>
        <a:latin typeface="Tahom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00"/>
    <a:srgbClr val="FF6600"/>
    <a:srgbClr val="BC8F00"/>
    <a:srgbClr val="D4FF5B"/>
    <a:srgbClr val="5B82FF"/>
    <a:srgbClr val="E8EEC4"/>
    <a:srgbClr val="C0C0C0"/>
    <a:srgbClr val="808080"/>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47" autoAdjust="0"/>
    <p:restoredTop sz="83549" autoAdjust="0"/>
  </p:normalViewPr>
  <p:slideViewPr>
    <p:cSldViewPr snapToGrid="0">
      <p:cViewPr varScale="1">
        <p:scale>
          <a:sx n="69" d="100"/>
          <a:sy n="69" d="100"/>
        </p:scale>
        <p:origin x="1882" y="58"/>
      </p:cViewPr>
      <p:guideLst>
        <p:guide orient="horz" pos="2160"/>
        <p:guide pos="2880"/>
      </p:guideLst>
    </p:cSldViewPr>
  </p:slideViewPr>
  <p:notesTextViewPr>
    <p:cViewPr>
      <p:scale>
        <a:sx n="3" d="2"/>
        <a:sy n="3" d="2"/>
      </p:scale>
      <p:origin x="0" y="0"/>
    </p:cViewPr>
  </p:notesTextViewPr>
  <p:notesViewPr>
    <p:cSldViewPr snapToGrid="0">
      <p:cViewPr>
        <p:scale>
          <a:sx n="1" d="2"/>
          <a:sy n="1" d="2"/>
        </p:scale>
        <p:origin x="0" y="0"/>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4D2777C-18FC-4AF2-A233-3F8918A81C5A}" type="doc">
      <dgm:prSet loTypeId="urn:microsoft.com/office/officeart/2005/8/layout/hierarchy4" loCatId="relationship" qsTypeId="urn:microsoft.com/office/officeart/2005/8/quickstyle/simple1" qsCatId="simple" csTypeId="urn:microsoft.com/office/officeart/2005/8/colors/colorful5" csCatId="colorful" phldr="1"/>
      <dgm:spPr/>
      <dgm:t>
        <a:bodyPr/>
        <a:lstStyle/>
        <a:p>
          <a:endParaRPr lang="es-AR"/>
        </a:p>
      </dgm:t>
    </dgm:pt>
    <dgm:pt modelId="{1C77006E-74A8-448B-B990-BCD2479E95F1}">
      <dgm:prSet phldrT="[Texto]" phldr="0"/>
      <dgm:spPr>
        <a:solidFill>
          <a:schemeClr val="tx2">
            <a:lumMod val="50000"/>
          </a:schemeClr>
        </a:solidFill>
      </dgm:spPr>
      <dgm:t>
        <a:bodyPr/>
        <a:lstStyle/>
        <a:p>
          <a:r>
            <a:rPr lang="es-AR" dirty="0"/>
            <a:t>Propósito: Garantizar disponibilidad, seguridad, rendimiento y recuperación de las bases de datos</a:t>
          </a:r>
        </a:p>
      </dgm:t>
    </dgm:pt>
    <dgm:pt modelId="{59FF2D3F-9BF8-4229-9F6C-65654687F087}" type="parTrans" cxnId="{3A97ADC7-DB0F-4CBE-B6FC-FF4888DE6348}">
      <dgm:prSet/>
      <dgm:spPr/>
      <dgm:t>
        <a:bodyPr/>
        <a:lstStyle/>
        <a:p>
          <a:endParaRPr lang="es-AR"/>
        </a:p>
      </dgm:t>
    </dgm:pt>
    <dgm:pt modelId="{86C1C515-E88C-4CA3-99E8-A00A5A91F4C2}" type="sibTrans" cxnId="{3A97ADC7-DB0F-4CBE-B6FC-FF4888DE6348}">
      <dgm:prSet/>
      <dgm:spPr/>
      <dgm:t>
        <a:bodyPr/>
        <a:lstStyle/>
        <a:p>
          <a:endParaRPr lang="es-AR"/>
        </a:p>
      </dgm:t>
    </dgm:pt>
    <dgm:pt modelId="{6EC3763E-36A2-4817-B2E6-718BE9B6C0B7}">
      <dgm:prSet phldrT="[Texto]" phldr="0"/>
      <dgm:spPr>
        <a:solidFill>
          <a:srgbClr val="FF6600"/>
        </a:solidFill>
      </dgm:spPr>
      <dgm:t>
        <a:bodyPr/>
        <a:lstStyle/>
        <a:p>
          <a:r>
            <a:rPr lang="es-AR" dirty="0"/>
            <a:t>Responsabilidades Clave: Administración de bases, seguridad, </a:t>
          </a:r>
          <a:r>
            <a:rPr lang="es-AR" dirty="0" err="1"/>
            <a:t>backups</a:t>
          </a:r>
          <a:r>
            <a:rPr lang="es-AR" dirty="0"/>
            <a:t>, </a:t>
          </a:r>
          <a:r>
            <a:rPr lang="es-AR" dirty="0" err="1"/>
            <a:t>tuning</a:t>
          </a:r>
          <a:r>
            <a:rPr lang="es-AR" dirty="0"/>
            <a:t>, alta disponibilidad.</a:t>
          </a:r>
        </a:p>
      </dgm:t>
    </dgm:pt>
    <dgm:pt modelId="{BE438DB4-2503-4A06-B555-8BF5B57912E1}" type="parTrans" cxnId="{DA09CF44-0084-4BE6-AB4A-B75E25E2E3E9}">
      <dgm:prSet/>
      <dgm:spPr/>
      <dgm:t>
        <a:bodyPr/>
        <a:lstStyle/>
        <a:p>
          <a:endParaRPr lang="es-AR"/>
        </a:p>
      </dgm:t>
    </dgm:pt>
    <dgm:pt modelId="{CDB09F0E-A90F-44D5-B613-735541A045C6}" type="sibTrans" cxnId="{DA09CF44-0084-4BE6-AB4A-B75E25E2E3E9}">
      <dgm:prSet/>
      <dgm:spPr/>
      <dgm:t>
        <a:bodyPr/>
        <a:lstStyle/>
        <a:p>
          <a:endParaRPr lang="es-AR"/>
        </a:p>
      </dgm:t>
    </dgm:pt>
    <dgm:pt modelId="{C8816892-DEB4-403F-AB03-1F441738A3D1}">
      <dgm:prSet phldrT="[Texto]" phldr="0"/>
      <dgm:spPr/>
      <dgm:t>
        <a:bodyPr/>
        <a:lstStyle/>
        <a:p>
          <a:r>
            <a:rPr lang="es-AR" dirty="0"/>
            <a:t>Relación con el ciclo de vida del dato: Almacenamiento y operación.</a:t>
          </a:r>
        </a:p>
      </dgm:t>
    </dgm:pt>
    <dgm:pt modelId="{C197179A-C69E-4DBF-80D9-973B470F1D96}" type="parTrans" cxnId="{986F5A0D-75C1-433E-8EE8-1E0BF6FEF791}">
      <dgm:prSet/>
      <dgm:spPr/>
      <dgm:t>
        <a:bodyPr/>
        <a:lstStyle/>
        <a:p>
          <a:endParaRPr lang="es-AR"/>
        </a:p>
      </dgm:t>
    </dgm:pt>
    <dgm:pt modelId="{43C3B7B1-3DEA-44AF-A580-A9E84FA363F4}" type="sibTrans" cxnId="{986F5A0D-75C1-433E-8EE8-1E0BF6FEF791}">
      <dgm:prSet/>
      <dgm:spPr/>
      <dgm:t>
        <a:bodyPr/>
        <a:lstStyle/>
        <a:p>
          <a:endParaRPr lang="es-AR"/>
        </a:p>
      </dgm:t>
    </dgm:pt>
    <dgm:pt modelId="{64CC4ADA-1A90-43DF-9E5A-2FBB4D934922}">
      <dgm:prSet phldrT="[Texto]" phldr="0"/>
      <dgm:spPr>
        <a:solidFill>
          <a:srgbClr val="990000"/>
        </a:solidFill>
      </dgm:spPr>
      <dgm:t>
        <a:bodyPr/>
        <a:lstStyle/>
        <a:p>
          <a:r>
            <a:rPr lang="es-AR" dirty="0"/>
            <a:t>Enfoque: Técnico profundo.</a:t>
          </a:r>
        </a:p>
      </dgm:t>
    </dgm:pt>
    <dgm:pt modelId="{C01BC92E-A7C0-4784-830C-B14124832EE3}" type="parTrans" cxnId="{3F015CB5-DA6F-45FF-819D-325FF7103FAE}">
      <dgm:prSet/>
      <dgm:spPr/>
      <dgm:t>
        <a:bodyPr/>
        <a:lstStyle/>
        <a:p>
          <a:endParaRPr lang="es-AR"/>
        </a:p>
      </dgm:t>
    </dgm:pt>
    <dgm:pt modelId="{BE00F6AC-3EE1-4F35-9978-5088829B02DD}" type="sibTrans" cxnId="{3F015CB5-DA6F-45FF-819D-325FF7103FAE}">
      <dgm:prSet/>
      <dgm:spPr/>
      <dgm:t>
        <a:bodyPr/>
        <a:lstStyle/>
        <a:p>
          <a:endParaRPr lang="es-AR"/>
        </a:p>
      </dgm:t>
    </dgm:pt>
    <dgm:pt modelId="{5A073B1E-EBF7-4E47-947C-81AD747F4136}">
      <dgm:prSet phldrT="[Texto]" phldr="0"/>
      <dgm:spPr/>
      <dgm:t>
        <a:bodyPr/>
        <a:lstStyle/>
        <a:p>
          <a:r>
            <a:rPr lang="es-AR" dirty="0"/>
            <a:t>Competencias: SQL avanzado, administración de motores, seguridad, monitoreo, replicación.</a:t>
          </a:r>
        </a:p>
      </dgm:t>
    </dgm:pt>
    <dgm:pt modelId="{29C01DE6-3454-4199-B9D8-AFC1187222EC}" type="parTrans" cxnId="{4C185E51-C72A-4885-8CAB-8F147C024653}">
      <dgm:prSet/>
      <dgm:spPr/>
      <dgm:t>
        <a:bodyPr/>
        <a:lstStyle/>
        <a:p>
          <a:endParaRPr lang="es-AR"/>
        </a:p>
      </dgm:t>
    </dgm:pt>
    <dgm:pt modelId="{648B3F19-BF38-4595-AE00-66E7087E6F4B}" type="sibTrans" cxnId="{4C185E51-C72A-4885-8CAB-8F147C024653}">
      <dgm:prSet/>
      <dgm:spPr/>
      <dgm:t>
        <a:bodyPr/>
        <a:lstStyle/>
        <a:p>
          <a:endParaRPr lang="es-AR"/>
        </a:p>
      </dgm:t>
    </dgm:pt>
    <dgm:pt modelId="{A947B6D4-2923-43B6-9D73-AD8A8E005633}">
      <dgm:prSet phldrT="[Texto]" phldr="0"/>
      <dgm:spPr>
        <a:solidFill>
          <a:srgbClr val="7030A0"/>
        </a:solidFill>
      </dgm:spPr>
      <dgm:t>
        <a:bodyPr/>
        <a:lstStyle/>
        <a:p>
          <a:r>
            <a:rPr lang="es-AR" dirty="0"/>
            <a:t>Destinatarios de su trabajo: Ingenieros, arquitectos, aplicaciones críticas.</a:t>
          </a:r>
        </a:p>
      </dgm:t>
    </dgm:pt>
    <dgm:pt modelId="{56939FF0-4C26-467D-B7ED-79C67A6D27DC}" type="parTrans" cxnId="{762188C3-7887-49E9-A8E5-F56E3C2EE72A}">
      <dgm:prSet/>
      <dgm:spPr/>
      <dgm:t>
        <a:bodyPr/>
        <a:lstStyle/>
        <a:p>
          <a:endParaRPr lang="es-AR"/>
        </a:p>
      </dgm:t>
    </dgm:pt>
    <dgm:pt modelId="{C5AB0775-6F85-49C3-B5E4-1EF96997CC11}" type="sibTrans" cxnId="{762188C3-7887-49E9-A8E5-F56E3C2EE72A}">
      <dgm:prSet/>
      <dgm:spPr/>
      <dgm:t>
        <a:bodyPr/>
        <a:lstStyle/>
        <a:p>
          <a:endParaRPr lang="es-AR"/>
        </a:p>
      </dgm:t>
    </dgm:pt>
    <dgm:pt modelId="{4F662C6B-B8D6-4E20-8B24-683E44109813}" type="pres">
      <dgm:prSet presAssocID="{E4D2777C-18FC-4AF2-A233-3F8918A81C5A}" presName="Name0" presStyleCnt="0">
        <dgm:presLayoutVars>
          <dgm:chPref val="1"/>
          <dgm:dir/>
          <dgm:animOne val="branch"/>
          <dgm:animLvl val="lvl"/>
          <dgm:resizeHandles/>
        </dgm:presLayoutVars>
      </dgm:prSet>
      <dgm:spPr/>
    </dgm:pt>
    <dgm:pt modelId="{5838D047-DE93-43B0-A4EF-B4BF2C5D1876}" type="pres">
      <dgm:prSet presAssocID="{1C77006E-74A8-448B-B990-BCD2479E95F1}" presName="vertOne" presStyleCnt="0"/>
      <dgm:spPr/>
    </dgm:pt>
    <dgm:pt modelId="{DD3BF563-670F-4052-A3B6-751EBE9A6DC3}" type="pres">
      <dgm:prSet presAssocID="{1C77006E-74A8-448B-B990-BCD2479E95F1}" presName="txOne" presStyleLbl="node0" presStyleIdx="0" presStyleCnt="1">
        <dgm:presLayoutVars>
          <dgm:chPref val="3"/>
        </dgm:presLayoutVars>
      </dgm:prSet>
      <dgm:spPr/>
    </dgm:pt>
    <dgm:pt modelId="{A40AE251-3FF6-4FEB-8400-33068DC1BBB3}" type="pres">
      <dgm:prSet presAssocID="{1C77006E-74A8-448B-B990-BCD2479E95F1}" presName="parTransOne" presStyleCnt="0"/>
      <dgm:spPr/>
    </dgm:pt>
    <dgm:pt modelId="{FAE53D2F-7E34-4A91-A5E2-8F9B725892A8}" type="pres">
      <dgm:prSet presAssocID="{1C77006E-74A8-448B-B990-BCD2479E95F1}" presName="horzOne" presStyleCnt="0"/>
      <dgm:spPr/>
    </dgm:pt>
    <dgm:pt modelId="{7ECB716F-929B-4F4F-B629-A3BEE85FBDA3}" type="pres">
      <dgm:prSet presAssocID="{6EC3763E-36A2-4817-B2E6-718BE9B6C0B7}" presName="vertTwo" presStyleCnt="0"/>
      <dgm:spPr/>
    </dgm:pt>
    <dgm:pt modelId="{E078CF96-FA3F-46D7-BB36-859709478382}" type="pres">
      <dgm:prSet presAssocID="{6EC3763E-36A2-4817-B2E6-718BE9B6C0B7}" presName="txTwo" presStyleLbl="node2" presStyleIdx="0" presStyleCnt="2">
        <dgm:presLayoutVars>
          <dgm:chPref val="3"/>
        </dgm:presLayoutVars>
      </dgm:prSet>
      <dgm:spPr/>
    </dgm:pt>
    <dgm:pt modelId="{739EB646-1000-4A0E-ABE5-FCFE76A75663}" type="pres">
      <dgm:prSet presAssocID="{6EC3763E-36A2-4817-B2E6-718BE9B6C0B7}" presName="parTransTwo" presStyleCnt="0"/>
      <dgm:spPr/>
    </dgm:pt>
    <dgm:pt modelId="{E0AB13D6-5A78-438B-8FD5-71D6E44DFD22}" type="pres">
      <dgm:prSet presAssocID="{6EC3763E-36A2-4817-B2E6-718BE9B6C0B7}" presName="horzTwo" presStyleCnt="0"/>
      <dgm:spPr/>
    </dgm:pt>
    <dgm:pt modelId="{D4E6C40C-B29E-4A8C-B0DF-451C9EEDDE90}" type="pres">
      <dgm:prSet presAssocID="{C8816892-DEB4-403F-AB03-1F441738A3D1}" presName="vertThree" presStyleCnt="0"/>
      <dgm:spPr/>
    </dgm:pt>
    <dgm:pt modelId="{03147C4A-6CFC-46D8-88DB-EB7F019781EB}" type="pres">
      <dgm:prSet presAssocID="{C8816892-DEB4-403F-AB03-1F441738A3D1}" presName="txThree" presStyleLbl="node3" presStyleIdx="0" presStyleCnt="3">
        <dgm:presLayoutVars>
          <dgm:chPref val="3"/>
        </dgm:presLayoutVars>
      </dgm:prSet>
      <dgm:spPr/>
    </dgm:pt>
    <dgm:pt modelId="{B1B88C44-9DF0-4D48-AE28-1EC97E9EDCA7}" type="pres">
      <dgm:prSet presAssocID="{C8816892-DEB4-403F-AB03-1F441738A3D1}" presName="horzThree" presStyleCnt="0"/>
      <dgm:spPr/>
    </dgm:pt>
    <dgm:pt modelId="{1E78447B-F5C1-4AD8-BB1E-CA452F6CEE59}" type="pres">
      <dgm:prSet presAssocID="{43C3B7B1-3DEA-44AF-A580-A9E84FA363F4}" presName="sibSpaceThree" presStyleCnt="0"/>
      <dgm:spPr/>
    </dgm:pt>
    <dgm:pt modelId="{78C16CE5-E231-49C6-BB0F-C6E66628402D}" type="pres">
      <dgm:prSet presAssocID="{64CC4ADA-1A90-43DF-9E5A-2FBB4D934922}" presName="vertThree" presStyleCnt="0"/>
      <dgm:spPr/>
    </dgm:pt>
    <dgm:pt modelId="{D7FEC103-1B84-4628-AD92-514F66602497}" type="pres">
      <dgm:prSet presAssocID="{64CC4ADA-1A90-43DF-9E5A-2FBB4D934922}" presName="txThree" presStyleLbl="node3" presStyleIdx="1" presStyleCnt="3">
        <dgm:presLayoutVars>
          <dgm:chPref val="3"/>
        </dgm:presLayoutVars>
      </dgm:prSet>
      <dgm:spPr/>
    </dgm:pt>
    <dgm:pt modelId="{4BFE3C29-8041-4E63-BDDD-54AD5853F206}" type="pres">
      <dgm:prSet presAssocID="{64CC4ADA-1A90-43DF-9E5A-2FBB4D934922}" presName="horzThree" presStyleCnt="0"/>
      <dgm:spPr/>
    </dgm:pt>
    <dgm:pt modelId="{FE5B19EF-B6A6-4371-ACDE-11DA6DE39FA6}" type="pres">
      <dgm:prSet presAssocID="{CDB09F0E-A90F-44D5-B613-735541A045C6}" presName="sibSpaceTwo" presStyleCnt="0"/>
      <dgm:spPr/>
    </dgm:pt>
    <dgm:pt modelId="{8AF3B6F0-1F0F-43D1-AEA9-33CFCDC894A1}" type="pres">
      <dgm:prSet presAssocID="{5A073B1E-EBF7-4E47-947C-81AD747F4136}" presName="vertTwo" presStyleCnt="0"/>
      <dgm:spPr/>
    </dgm:pt>
    <dgm:pt modelId="{7358F8EE-91DF-4A37-9118-1234E007356C}" type="pres">
      <dgm:prSet presAssocID="{5A073B1E-EBF7-4E47-947C-81AD747F4136}" presName="txTwo" presStyleLbl="node2" presStyleIdx="1" presStyleCnt="2">
        <dgm:presLayoutVars>
          <dgm:chPref val="3"/>
        </dgm:presLayoutVars>
      </dgm:prSet>
      <dgm:spPr/>
    </dgm:pt>
    <dgm:pt modelId="{20B3C5D9-4060-4E40-8A15-9BE8DF9C9B08}" type="pres">
      <dgm:prSet presAssocID="{5A073B1E-EBF7-4E47-947C-81AD747F4136}" presName="parTransTwo" presStyleCnt="0"/>
      <dgm:spPr/>
    </dgm:pt>
    <dgm:pt modelId="{2B90393F-E903-419A-AD2B-AE77481DEE78}" type="pres">
      <dgm:prSet presAssocID="{5A073B1E-EBF7-4E47-947C-81AD747F4136}" presName="horzTwo" presStyleCnt="0"/>
      <dgm:spPr/>
    </dgm:pt>
    <dgm:pt modelId="{BFEE59E1-0D64-4A9A-802F-811867331D04}" type="pres">
      <dgm:prSet presAssocID="{A947B6D4-2923-43B6-9D73-AD8A8E005633}" presName="vertThree" presStyleCnt="0"/>
      <dgm:spPr/>
    </dgm:pt>
    <dgm:pt modelId="{91CDC645-C920-45FC-A757-452E7C0BD2A5}" type="pres">
      <dgm:prSet presAssocID="{A947B6D4-2923-43B6-9D73-AD8A8E005633}" presName="txThree" presStyleLbl="node3" presStyleIdx="2" presStyleCnt="3">
        <dgm:presLayoutVars>
          <dgm:chPref val="3"/>
        </dgm:presLayoutVars>
      </dgm:prSet>
      <dgm:spPr/>
    </dgm:pt>
    <dgm:pt modelId="{A88C10F1-8B27-4298-8AD5-2AC0B85B43D8}" type="pres">
      <dgm:prSet presAssocID="{A947B6D4-2923-43B6-9D73-AD8A8E005633}" presName="horzThree" presStyleCnt="0"/>
      <dgm:spPr/>
    </dgm:pt>
  </dgm:ptLst>
  <dgm:cxnLst>
    <dgm:cxn modelId="{E9166205-D21E-4986-9CB1-1945E2074D38}" type="presOf" srcId="{1C77006E-74A8-448B-B990-BCD2479E95F1}" destId="{DD3BF563-670F-4052-A3B6-751EBE9A6DC3}" srcOrd="0" destOrd="0" presId="urn:microsoft.com/office/officeart/2005/8/layout/hierarchy4"/>
    <dgm:cxn modelId="{986F5A0D-75C1-433E-8EE8-1E0BF6FEF791}" srcId="{6EC3763E-36A2-4817-B2E6-718BE9B6C0B7}" destId="{C8816892-DEB4-403F-AB03-1F441738A3D1}" srcOrd="0" destOrd="0" parTransId="{C197179A-C69E-4DBF-80D9-973B470F1D96}" sibTransId="{43C3B7B1-3DEA-44AF-A580-A9E84FA363F4}"/>
    <dgm:cxn modelId="{A7DE2628-ACD3-4C17-B3D0-5DC616DC2F1C}" type="presOf" srcId="{A947B6D4-2923-43B6-9D73-AD8A8E005633}" destId="{91CDC645-C920-45FC-A757-452E7C0BD2A5}" srcOrd="0" destOrd="0" presId="urn:microsoft.com/office/officeart/2005/8/layout/hierarchy4"/>
    <dgm:cxn modelId="{DA09CF44-0084-4BE6-AB4A-B75E25E2E3E9}" srcId="{1C77006E-74A8-448B-B990-BCD2479E95F1}" destId="{6EC3763E-36A2-4817-B2E6-718BE9B6C0B7}" srcOrd="0" destOrd="0" parTransId="{BE438DB4-2503-4A06-B555-8BF5B57912E1}" sibTransId="{CDB09F0E-A90F-44D5-B613-735541A045C6}"/>
    <dgm:cxn modelId="{4C185E51-C72A-4885-8CAB-8F147C024653}" srcId="{1C77006E-74A8-448B-B990-BCD2479E95F1}" destId="{5A073B1E-EBF7-4E47-947C-81AD747F4136}" srcOrd="1" destOrd="0" parTransId="{29C01DE6-3454-4199-B9D8-AFC1187222EC}" sibTransId="{648B3F19-BF38-4595-AE00-66E7087E6F4B}"/>
    <dgm:cxn modelId="{3B149F7B-3910-4710-8E42-94050E1B9188}" type="presOf" srcId="{6EC3763E-36A2-4817-B2E6-718BE9B6C0B7}" destId="{E078CF96-FA3F-46D7-BB36-859709478382}" srcOrd="0" destOrd="0" presId="urn:microsoft.com/office/officeart/2005/8/layout/hierarchy4"/>
    <dgm:cxn modelId="{EB9A518B-2899-4CD2-B8AE-BE9241EBA19C}" type="presOf" srcId="{64CC4ADA-1A90-43DF-9E5A-2FBB4D934922}" destId="{D7FEC103-1B84-4628-AD92-514F66602497}" srcOrd="0" destOrd="0" presId="urn:microsoft.com/office/officeart/2005/8/layout/hierarchy4"/>
    <dgm:cxn modelId="{3674CF93-E765-4DD4-A172-D1E6450080CA}" type="presOf" srcId="{E4D2777C-18FC-4AF2-A233-3F8918A81C5A}" destId="{4F662C6B-B8D6-4E20-8B24-683E44109813}" srcOrd="0" destOrd="0" presId="urn:microsoft.com/office/officeart/2005/8/layout/hierarchy4"/>
    <dgm:cxn modelId="{437C36A5-65A5-4AAD-AD7E-77720A22B925}" type="presOf" srcId="{5A073B1E-EBF7-4E47-947C-81AD747F4136}" destId="{7358F8EE-91DF-4A37-9118-1234E007356C}" srcOrd="0" destOrd="0" presId="urn:microsoft.com/office/officeart/2005/8/layout/hierarchy4"/>
    <dgm:cxn modelId="{3F015CB5-DA6F-45FF-819D-325FF7103FAE}" srcId="{6EC3763E-36A2-4817-B2E6-718BE9B6C0B7}" destId="{64CC4ADA-1A90-43DF-9E5A-2FBB4D934922}" srcOrd="1" destOrd="0" parTransId="{C01BC92E-A7C0-4784-830C-B14124832EE3}" sibTransId="{BE00F6AC-3EE1-4F35-9978-5088829B02DD}"/>
    <dgm:cxn modelId="{3B124EBB-84DA-44C6-B9A8-1F6331F4AD79}" type="presOf" srcId="{C8816892-DEB4-403F-AB03-1F441738A3D1}" destId="{03147C4A-6CFC-46D8-88DB-EB7F019781EB}" srcOrd="0" destOrd="0" presId="urn:microsoft.com/office/officeart/2005/8/layout/hierarchy4"/>
    <dgm:cxn modelId="{762188C3-7887-49E9-A8E5-F56E3C2EE72A}" srcId="{5A073B1E-EBF7-4E47-947C-81AD747F4136}" destId="{A947B6D4-2923-43B6-9D73-AD8A8E005633}" srcOrd="0" destOrd="0" parTransId="{56939FF0-4C26-467D-B7ED-79C67A6D27DC}" sibTransId="{C5AB0775-6F85-49C3-B5E4-1EF96997CC11}"/>
    <dgm:cxn modelId="{3A97ADC7-DB0F-4CBE-B6FC-FF4888DE6348}" srcId="{E4D2777C-18FC-4AF2-A233-3F8918A81C5A}" destId="{1C77006E-74A8-448B-B990-BCD2479E95F1}" srcOrd="0" destOrd="0" parTransId="{59FF2D3F-9BF8-4229-9F6C-65654687F087}" sibTransId="{86C1C515-E88C-4CA3-99E8-A00A5A91F4C2}"/>
    <dgm:cxn modelId="{12C11EAB-E168-4686-8B62-74F2948D96AF}" type="presParOf" srcId="{4F662C6B-B8D6-4E20-8B24-683E44109813}" destId="{5838D047-DE93-43B0-A4EF-B4BF2C5D1876}" srcOrd="0" destOrd="0" presId="urn:microsoft.com/office/officeart/2005/8/layout/hierarchy4"/>
    <dgm:cxn modelId="{7527EF97-2746-40A7-9520-EBFA32461BED}" type="presParOf" srcId="{5838D047-DE93-43B0-A4EF-B4BF2C5D1876}" destId="{DD3BF563-670F-4052-A3B6-751EBE9A6DC3}" srcOrd="0" destOrd="0" presId="urn:microsoft.com/office/officeart/2005/8/layout/hierarchy4"/>
    <dgm:cxn modelId="{B7834A4F-82DE-42EC-99B0-C79E1ECC8569}" type="presParOf" srcId="{5838D047-DE93-43B0-A4EF-B4BF2C5D1876}" destId="{A40AE251-3FF6-4FEB-8400-33068DC1BBB3}" srcOrd="1" destOrd="0" presId="urn:microsoft.com/office/officeart/2005/8/layout/hierarchy4"/>
    <dgm:cxn modelId="{5994A146-D8F1-4795-AF7E-0AEF4AE4256E}" type="presParOf" srcId="{5838D047-DE93-43B0-A4EF-B4BF2C5D1876}" destId="{FAE53D2F-7E34-4A91-A5E2-8F9B725892A8}" srcOrd="2" destOrd="0" presId="urn:microsoft.com/office/officeart/2005/8/layout/hierarchy4"/>
    <dgm:cxn modelId="{8AC8A4D9-FAA4-453C-A0D3-3040759753F0}" type="presParOf" srcId="{FAE53D2F-7E34-4A91-A5E2-8F9B725892A8}" destId="{7ECB716F-929B-4F4F-B629-A3BEE85FBDA3}" srcOrd="0" destOrd="0" presId="urn:microsoft.com/office/officeart/2005/8/layout/hierarchy4"/>
    <dgm:cxn modelId="{B5686D70-DB93-4D4E-811E-03C3369BAD41}" type="presParOf" srcId="{7ECB716F-929B-4F4F-B629-A3BEE85FBDA3}" destId="{E078CF96-FA3F-46D7-BB36-859709478382}" srcOrd="0" destOrd="0" presId="urn:microsoft.com/office/officeart/2005/8/layout/hierarchy4"/>
    <dgm:cxn modelId="{C88D22E8-A6B2-43D2-906D-6F14197B7E99}" type="presParOf" srcId="{7ECB716F-929B-4F4F-B629-A3BEE85FBDA3}" destId="{739EB646-1000-4A0E-ABE5-FCFE76A75663}" srcOrd="1" destOrd="0" presId="urn:microsoft.com/office/officeart/2005/8/layout/hierarchy4"/>
    <dgm:cxn modelId="{35024101-567B-48D1-901E-F5284AF34499}" type="presParOf" srcId="{7ECB716F-929B-4F4F-B629-A3BEE85FBDA3}" destId="{E0AB13D6-5A78-438B-8FD5-71D6E44DFD22}" srcOrd="2" destOrd="0" presId="urn:microsoft.com/office/officeart/2005/8/layout/hierarchy4"/>
    <dgm:cxn modelId="{E32ECC34-85DB-4D32-8453-C6AD8F04719E}" type="presParOf" srcId="{E0AB13D6-5A78-438B-8FD5-71D6E44DFD22}" destId="{D4E6C40C-B29E-4A8C-B0DF-451C9EEDDE90}" srcOrd="0" destOrd="0" presId="urn:microsoft.com/office/officeart/2005/8/layout/hierarchy4"/>
    <dgm:cxn modelId="{6DF29739-509D-4CD7-ADD1-0A4E45417949}" type="presParOf" srcId="{D4E6C40C-B29E-4A8C-B0DF-451C9EEDDE90}" destId="{03147C4A-6CFC-46D8-88DB-EB7F019781EB}" srcOrd="0" destOrd="0" presId="urn:microsoft.com/office/officeart/2005/8/layout/hierarchy4"/>
    <dgm:cxn modelId="{B778B412-7E67-45E3-9D2E-59EFF24F1F7C}" type="presParOf" srcId="{D4E6C40C-B29E-4A8C-B0DF-451C9EEDDE90}" destId="{B1B88C44-9DF0-4D48-AE28-1EC97E9EDCA7}" srcOrd="1" destOrd="0" presId="urn:microsoft.com/office/officeart/2005/8/layout/hierarchy4"/>
    <dgm:cxn modelId="{45807004-8502-4720-8E88-BB8672D039B5}" type="presParOf" srcId="{E0AB13D6-5A78-438B-8FD5-71D6E44DFD22}" destId="{1E78447B-F5C1-4AD8-BB1E-CA452F6CEE59}" srcOrd="1" destOrd="0" presId="urn:microsoft.com/office/officeart/2005/8/layout/hierarchy4"/>
    <dgm:cxn modelId="{CB6CD8B0-22EE-4E61-A083-7A9B18115419}" type="presParOf" srcId="{E0AB13D6-5A78-438B-8FD5-71D6E44DFD22}" destId="{78C16CE5-E231-49C6-BB0F-C6E66628402D}" srcOrd="2" destOrd="0" presId="urn:microsoft.com/office/officeart/2005/8/layout/hierarchy4"/>
    <dgm:cxn modelId="{AA6E067F-8C04-4372-95F0-2A961097060C}" type="presParOf" srcId="{78C16CE5-E231-49C6-BB0F-C6E66628402D}" destId="{D7FEC103-1B84-4628-AD92-514F66602497}" srcOrd="0" destOrd="0" presId="urn:microsoft.com/office/officeart/2005/8/layout/hierarchy4"/>
    <dgm:cxn modelId="{D1536B59-E2BB-49D9-925E-67DF04EE5297}" type="presParOf" srcId="{78C16CE5-E231-49C6-BB0F-C6E66628402D}" destId="{4BFE3C29-8041-4E63-BDDD-54AD5853F206}" srcOrd="1" destOrd="0" presId="urn:microsoft.com/office/officeart/2005/8/layout/hierarchy4"/>
    <dgm:cxn modelId="{E57836AD-E582-46A7-9AB3-C23B88031F5B}" type="presParOf" srcId="{FAE53D2F-7E34-4A91-A5E2-8F9B725892A8}" destId="{FE5B19EF-B6A6-4371-ACDE-11DA6DE39FA6}" srcOrd="1" destOrd="0" presId="urn:microsoft.com/office/officeart/2005/8/layout/hierarchy4"/>
    <dgm:cxn modelId="{05EDD2CA-A045-494A-9C21-7B9BCB51AC9E}" type="presParOf" srcId="{FAE53D2F-7E34-4A91-A5E2-8F9B725892A8}" destId="{8AF3B6F0-1F0F-43D1-AEA9-33CFCDC894A1}" srcOrd="2" destOrd="0" presId="urn:microsoft.com/office/officeart/2005/8/layout/hierarchy4"/>
    <dgm:cxn modelId="{71B9B2FF-772C-4512-9ACE-86DD0356C66C}" type="presParOf" srcId="{8AF3B6F0-1F0F-43D1-AEA9-33CFCDC894A1}" destId="{7358F8EE-91DF-4A37-9118-1234E007356C}" srcOrd="0" destOrd="0" presId="urn:microsoft.com/office/officeart/2005/8/layout/hierarchy4"/>
    <dgm:cxn modelId="{88C074AE-4187-4FB9-A8CF-6C2EDC6F305C}" type="presParOf" srcId="{8AF3B6F0-1F0F-43D1-AEA9-33CFCDC894A1}" destId="{20B3C5D9-4060-4E40-8A15-9BE8DF9C9B08}" srcOrd="1" destOrd="0" presId="urn:microsoft.com/office/officeart/2005/8/layout/hierarchy4"/>
    <dgm:cxn modelId="{9CB8F469-7FFA-4827-BE46-AAEE74EFA2AC}" type="presParOf" srcId="{8AF3B6F0-1F0F-43D1-AEA9-33CFCDC894A1}" destId="{2B90393F-E903-419A-AD2B-AE77481DEE78}" srcOrd="2" destOrd="0" presId="urn:microsoft.com/office/officeart/2005/8/layout/hierarchy4"/>
    <dgm:cxn modelId="{FF329CA4-122D-4FC0-BF32-8775F7A8FF22}" type="presParOf" srcId="{2B90393F-E903-419A-AD2B-AE77481DEE78}" destId="{BFEE59E1-0D64-4A9A-802F-811867331D04}" srcOrd="0" destOrd="0" presId="urn:microsoft.com/office/officeart/2005/8/layout/hierarchy4"/>
    <dgm:cxn modelId="{12C7CF3E-3815-433F-894C-8AEAF2581FF5}" type="presParOf" srcId="{BFEE59E1-0D64-4A9A-802F-811867331D04}" destId="{91CDC645-C920-45FC-A757-452E7C0BD2A5}" srcOrd="0" destOrd="0" presId="urn:microsoft.com/office/officeart/2005/8/layout/hierarchy4"/>
    <dgm:cxn modelId="{69A22497-1265-42F7-BB15-073F799A3D4F}" type="presParOf" srcId="{BFEE59E1-0D64-4A9A-802F-811867331D04}" destId="{A88C10F1-8B27-4298-8AD5-2AC0B85B43D8}"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4D2777C-18FC-4AF2-A233-3F8918A81C5A}" type="doc">
      <dgm:prSet loTypeId="urn:microsoft.com/office/officeart/2005/8/layout/hierarchy4" loCatId="relationship" qsTypeId="urn:microsoft.com/office/officeart/2005/8/quickstyle/simple1" qsCatId="simple" csTypeId="urn:microsoft.com/office/officeart/2005/8/colors/colorful5" csCatId="colorful" phldr="1"/>
      <dgm:spPr/>
      <dgm:t>
        <a:bodyPr/>
        <a:lstStyle/>
        <a:p>
          <a:endParaRPr lang="es-AR"/>
        </a:p>
      </dgm:t>
    </dgm:pt>
    <dgm:pt modelId="{1C77006E-74A8-448B-B990-BCD2479E95F1}">
      <dgm:prSet phldrT="[Texto]" phldr="0"/>
      <dgm:spPr>
        <a:solidFill>
          <a:schemeClr val="tx2">
            <a:lumMod val="50000"/>
          </a:schemeClr>
        </a:solidFill>
      </dgm:spPr>
      <dgm:t>
        <a:bodyPr/>
        <a:lstStyle/>
        <a:p>
          <a:r>
            <a:rPr lang="es-AR" dirty="0"/>
            <a:t>Propósito: Responsable final del dato: define reglas, acceso, calidad y valor de negocio.</a:t>
          </a:r>
        </a:p>
      </dgm:t>
    </dgm:pt>
    <dgm:pt modelId="{59FF2D3F-9BF8-4229-9F6C-65654687F087}" type="parTrans" cxnId="{3A97ADC7-DB0F-4CBE-B6FC-FF4888DE6348}">
      <dgm:prSet/>
      <dgm:spPr/>
      <dgm:t>
        <a:bodyPr/>
        <a:lstStyle/>
        <a:p>
          <a:endParaRPr lang="es-AR"/>
        </a:p>
      </dgm:t>
    </dgm:pt>
    <dgm:pt modelId="{86C1C515-E88C-4CA3-99E8-A00A5A91F4C2}" type="sibTrans" cxnId="{3A97ADC7-DB0F-4CBE-B6FC-FF4888DE6348}">
      <dgm:prSet/>
      <dgm:spPr/>
      <dgm:t>
        <a:bodyPr/>
        <a:lstStyle/>
        <a:p>
          <a:endParaRPr lang="es-AR"/>
        </a:p>
      </dgm:t>
    </dgm:pt>
    <dgm:pt modelId="{6EC3763E-36A2-4817-B2E6-718BE9B6C0B7}">
      <dgm:prSet phldrT="[Texto]" phldr="0"/>
      <dgm:spPr>
        <a:solidFill>
          <a:srgbClr val="FF6600"/>
        </a:solidFill>
      </dgm:spPr>
      <dgm:t>
        <a:bodyPr/>
        <a:lstStyle/>
        <a:p>
          <a:r>
            <a:rPr lang="es-AR" dirty="0"/>
            <a:t>Responsabilidades Clave: Define quién usa el dato, para qué, bajo qué reglas y con qué nivel de calidad.</a:t>
          </a:r>
        </a:p>
      </dgm:t>
    </dgm:pt>
    <dgm:pt modelId="{BE438DB4-2503-4A06-B555-8BF5B57912E1}" type="parTrans" cxnId="{DA09CF44-0084-4BE6-AB4A-B75E25E2E3E9}">
      <dgm:prSet/>
      <dgm:spPr/>
      <dgm:t>
        <a:bodyPr/>
        <a:lstStyle/>
        <a:p>
          <a:endParaRPr lang="es-AR"/>
        </a:p>
      </dgm:t>
    </dgm:pt>
    <dgm:pt modelId="{CDB09F0E-A90F-44D5-B613-735541A045C6}" type="sibTrans" cxnId="{DA09CF44-0084-4BE6-AB4A-B75E25E2E3E9}">
      <dgm:prSet/>
      <dgm:spPr/>
      <dgm:t>
        <a:bodyPr/>
        <a:lstStyle/>
        <a:p>
          <a:endParaRPr lang="es-AR"/>
        </a:p>
      </dgm:t>
    </dgm:pt>
    <dgm:pt modelId="{C8816892-DEB4-403F-AB03-1F441738A3D1}">
      <dgm:prSet phldrT="[Texto]" phldr="0"/>
      <dgm:spPr/>
      <dgm:t>
        <a:bodyPr/>
        <a:lstStyle/>
        <a:p>
          <a:r>
            <a:rPr lang="es-AR" dirty="0"/>
            <a:t>Relación con el ciclo de vida del dato: Supervisión estratégica del ciclo completo.</a:t>
          </a:r>
        </a:p>
      </dgm:t>
    </dgm:pt>
    <dgm:pt modelId="{C197179A-C69E-4DBF-80D9-973B470F1D96}" type="parTrans" cxnId="{986F5A0D-75C1-433E-8EE8-1E0BF6FEF791}">
      <dgm:prSet/>
      <dgm:spPr/>
      <dgm:t>
        <a:bodyPr/>
        <a:lstStyle/>
        <a:p>
          <a:endParaRPr lang="es-AR"/>
        </a:p>
      </dgm:t>
    </dgm:pt>
    <dgm:pt modelId="{43C3B7B1-3DEA-44AF-A580-A9E84FA363F4}" type="sibTrans" cxnId="{986F5A0D-75C1-433E-8EE8-1E0BF6FEF791}">
      <dgm:prSet/>
      <dgm:spPr/>
      <dgm:t>
        <a:bodyPr/>
        <a:lstStyle/>
        <a:p>
          <a:endParaRPr lang="es-AR"/>
        </a:p>
      </dgm:t>
    </dgm:pt>
    <dgm:pt modelId="{64CC4ADA-1A90-43DF-9E5A-2FBB4D934922}">
      <dgm:prSet phldrT="[Texto]" phldr="0"/>
      <dgm:spPr>
        <a:solidFill>
          <a:srgbClr val="990000"/>
        </a:solidFill>
      </dgm:spPr>
      <dgm:t>
        <a:bodyPr/>
        <a:lstStyle/>
        <a:p>
          <a:r>
            <a:rPr lang="es-AR" dirty="0"/>
            <a:t>Enfoque: Negocio estratégico.</a:t>
          </a:r>
        </a:p>
      </dgm:t>
    </dgm:pt>
    <dgm:pt modelId="{C01BC92E-A7C0-4784-830C-B14124832EE3}" type="parTrans" cxnId="{3F015CB5-DA6F-45FF-819D-325FF7103FAE}">
      <dgm:prSet/>
      <dgm:spPr/>
      <dgm:t>
        <a:bodyPr/>
        <a:lstStyle/>
        <a:p>
          <a:endParaRPr lang="es-AR"/>
        </a:p>
      </dgm:t>
    </dgm:pt>
    <dgm:pt modelId="{BE00F6AC-3EE1-4F35-9978-5088829B02DD}" type="sibTrans" cxnId="{3F015CB5-DA6F-45FF-819D-325FF7103FAE}">
      <dgm:prSet/>
      <dgm:spPr/>
      <dgm:t>
        <a:bodyPr/>
        <a:lstStyle/>
        <a:p>
          <a:endParaRPr lang="es-AR"/>
        </a:p>
      </dgm:t>
    </dgm:pt>
    <dgm:pt modelId="{5A073B1E-EBF7-4E47-947C-81AD747F4136}">
      <dgm:prSet phldrT="[Texto]" phldr="0"/>
      <dgm:spPr/>
      <dgm:t>
        <a:bodyPr/>
        <a:lstStyle/>
        <a:p>
          <a:r>
            <a:rPr lang="es-AR" dirty="0"/>
            <a:t>Competencias: Conocimiento del negocio, definición de reglas, gestión de riesgos.</a:t>
          </a:r>
        </a:p>
      </dgm:t>
    </dgm:pt>
    <dgm:pt modelId="{29C01DE6-3454-4199-B9D8-AFC1187222EC}" type="parTrans" cxnId="{4C185E51-C72A-4885-8CAB-8F147C024653}">
      <dgm:prSet/>
      <dgm:spPr/>
      <dgm:t>
        <a:bodyPr/>
        <a:lstStyle/>
        <a:p>
          <a:endParaRPr lang="es-AR"/>
        </a:p>
      </dgm:t>
    </dgm:pt>
    <dgm:pt modelId="{648B3F19-BF38-4595-AE00-66E7087E6F4B}" type="sibTrans" cxnId="{4C185E51-C72A-4885-8CAB-8F147C024653}">
      <dgm:prSet/>
      <dgm:spPr/>
      <dgm:t>
        <a:bodyPr/>
        <a:lstStyle/>
        <a:p>
          <a:endParaRPr lang="es-AR"/>
        </a:p>
      </dgm:t>
    </dgm:pt>
    <dgm:pt modelId="{A947B6D4-2923-43B6-9D73-AD8A8E005633}">
      <dgm:prSet phldrT="[Texto]" phldr="0"/>
      <dgm:spPr>
        <a:solidFill>
          <a:srgbClr val="7030A0"/>
        </a:solidFill>
      </dgm:spPr>
      <dgm:t>
        <a:bodyPr/>
        <a:lstStyle/>
        <a:p>
          <a:r>
            <a:rPr lang="es-AR" dirty="0"/>
            <a:t>Destinatarios de su trabajo: Alta dirección, gobernanza.</a:t>
          </a:r>
        </a:p>
      </dgm:t>
    </dgm:pt>
    <dgm:pt modelId="{56939FF0-4C26-467D-B7ED-79C67A6D27DC}" type="parTrans" cxnId="{762188C3-7887-49E9-A8E5-F56E3C2EE72A}">
      <dgm:prSet/>
      <dgm:spPr/>
      <dgm:t>
        <a:bodyPr/>
        <a:lstStyle/>
        <a:p>
          <a:endParaRPr lang="es-AR"/>
        </a:p>
      </dgm:t>
    </dgm:pt>
    <dgm:pt modelId="{C5AB0775-6F85-49C3-B5E4-1EF96997CC11}" type="sibTrans" cxnId="{762188C3-7887-49E9-A8E5-F56E3C2EE72A}">
      <dgm:prSet/>
      <dgm:spPr/>
      <dgm:t>
        <a:bodyPr/>
        <a:lstStyle/>
        <a:p>
          <a:endParaRPr lang="es-AR"/>
        </a:p>
      </dgm:t>
    </dgm:pt>
    <dgm:pt modelId="{4F662C6B-B8D6-4E20-8B24-683E44109813}" type="pres">
      <dgm:prSet presAssocID="{E4D2777C-18FC-4AF2-A233-3F8918A81C5A}" presName="Name0" presStyleCnt="0">
        <dgm:presLayoutVars>
          <dgm:chPref val="1"/>
          <dgm:dir/>
          <dgm:animOne val="branch"/>
          <dgm:animLvl val="lvl"/>
          <dgm:resizeHandles/>
        </dgm:presLayoutVars>
      </dgm:prSet>
      <dgm:spPr/>
    </dgm:pt>
    <dgm:pt modelId="{5838D047-DE93-43B0-A4EF-B4BF2C5D1876}" type="pres">
      <dgm:prSet presAssocID="{1C77006E-74A8-448B-B990-BCD2479E95F1}" presName="vertOne" presStyleCnt="0"/>
      <dgm:spPr/>
    </dgm:pt>
    <dgm:pt modelId="{DD3BF563-670F-4052-A3B6-751EBE9A6DC3}" type="pres">
      <dgm:prSet presAssocID="{1C77006E-74A8-448B-B990-BCD2479E95F1}" presName="txOne" presStyleLbl="node0" presStyleIdx="0" presStyleCnt="1">
        <dgm:presLayoutVars>
          <dgm:chPref val="3"/>
        </dgm:presLayoutVars>
      </dgm:prSet>
      <dgm:spPr/>
    </dgm:pt>
    <dgm:pt modelId="{A40AE251-3FF6-4FEB-8400-33068DC1BBB3}" type="pres">
      <dgm:prSet presAssocID="{1C77006E-74A8-448B-B990-BCD2479E95F1}" presName="parTransOne" presStyleCnt="0"/>
      <dgm:spPr/>
    </dgm:pt>
    <dgm:pt modelId="{FAE53D2F-7E34-4A91-A5E2-8F9B725892A8}" type="pres">
      <dgm:prSet presAssocID="{1C77006E-74A8-448B-B990-BCD2479E95F1}" presName="horzOne" presStyleCnt="0"/>
      <dgm:spPr/>
    </dgm:pt>
    <dgm:pt modelId="{7ECB716F-929B-4F4F-B629-A3BEE85FBDA3}" type="pres">
      <dgm:prSet presAssocID="{6EC3763E-36A2-4817-B2E6-718BE9B6C0B7}" presName="vertTwo" presStyleCnt="0"/>
      <dgm:spPr/>
    </dgm:pt>
    <dgm:pt modelId="{E078CF96-FA3F-46D7-BB36-859709478382}" type="pres">
      <dgm:prSet presAssocID="{6EC3763E-36A2-4817-B2E6-718BE9B6C0B7}" presName="txTwo" presStyleLbl="node2" presStyleIdx="0" presStyleCnt="2" custLinFactNeighborX="220">
        <dgm:presLayoutVars>
          <dgm:chPref val="3"/>
        </dgm:presLayoutVars>
      </dgm:prSet>
      <dgm:spPr/>
    </dgm:pt>
    <dgm:pt modelId="{739EB646-1000-4A0E-ABE5-FCFE76A75663}" type="pres">
      <dgm:prSet presAssocID="{6EC3763E-36A2-4817-B2E6-718BE9B6C0B7}" presName="parTransTwo" presStyleCnt="0"/>
      <dgm:spPr/>
    </dgm:pt>
    <dgm:pt modelId="{E0AB13D6-5A78-438B-8FD5-71D6E44DFD22}" type="pres">
      <dgm:prSet presAssocID="{6EC3763E-36A2-4817-B2E6-718BE9B6C0B7}" presName="horzTwo" presStyleCnt="0"/>
      <dgm:spPr/>
    </dgm:pt>
    <dgm:pt modelId="{D4E6C40C-B29E-4A8C-B0DF-451C9EEDDE90}" type="pres">
      <dgm:prSet presAssocID="{C8816892-DEB4-403F-AB03-1F441738A3D1}" presName="vertThree" presStyleCnt="0"/>
      <dgm:spPr/>
    </dgm:pt>
    <dgm:pt modelId="{03147C4A-6CFC-46D8-88DB-EB7F019781EB}" type="pres">
      <dgm:prSet presAssocID="{C8816892-DEB4-403F-AB03-1F441738A3D1}" presName="txThree" presStyleLbl="node3" presStyleIdx="0" presStyleCnt="3">
        <dgm:presLayoutVars>
          <dgm:chPref val="3"/>
        </dgm:presLayoutVars>
      </dgm:prSet>
      <dgm:spPr/>
    </dgm:pt>
    <dgm:pt modelId="{B1B88C44-9DF0-4D48-AE28-1EC97E9EDCA7}" type="pres">
      <dgm:prSet presAssocID="{C8816892-DEB4-403F-AB03-1F441738A3D1}" presName="horzThree" presStyleCnt="0"/>
      <dgm:spPr/>
    </dgm:pt>
    <dgm:pt modelId="{1E78447B-F5C1-4AD8-BB1E-CA452F6CEE59}" type="pres">
      <dgm:prSet presAssocID="{43C3B7B1-3DEA-44AF-A580-A9E84FA363F4}" presName="sibSpaceThree" presStyleCnt="0"/>
      <dgm:spPr/>
    </dgm:pt>
    <dgm:pt modelId="{78C16CE5-E231-49C6-BB0F-C6E66628402D}" type="pres">
      <dgm:prSet presAssocID="{64CC4ADA-1A90-43DF-9E5A-2FBB4D934922}" presName="vertThree" presStyleCnt="0"/>
      <dgm:spPr/>
    </dgm:pt>
    <dgm:pt modelId="{D7FEC103-1B84-4628-AD92-514F66602497}" type="pres">
      <dgm:prSet presAssocID="{64CC4ADA-1A90-43DF-9E5A-2FBB4D934922}" presName="txThree" presStyleLbl="node3" presStyleIdx="1" presStyleCnt="3">
        <dgm:presLayoutVars>
          <dgm:chPref val="3"/>
        </dgm:presLayoutVars>
      </dgm:prSet>
      <dgm:spPr/>
    </dgm:pt>
    <dgm:pt modelId="{4BFE3C29-8041-4E63-BDDD-54AD5853F206}" type="pres">
      <dgm:prSet presAssocID="{64CC4ADA-1A90-43DF-9E5A-2FBB4D934922}" presName="horzThree" presStyleCnt="0"/>
      <dgm:spPr/>
    </dgm:pt>
    <dgm:pt modelId="{FE5B19EF-B6A6-4371-ACDE-11DA6DE39FA6}" type="pres">
      <dgm:prSet presAssocID="{CDB09F0E-A90F-44D5-B613-735541A045C6}" presName="sibSpaceTwo" presStyleCnt="0"/>
      <dgm:spPr/>
    </dgm:pt>
    <dgm:pt modelId="{8AF3B6F0-1F0F-43D1-AEA9-33CFCDC894A1}" type="pres">
      <dgm:prSet presAssocID="{5A073B1E-EBF7-4E47-947C-81AD747F4136}" presName="vertTwo" presStyleCnt="0"/>
      <dgm:spPr/>
    </dgm:pt>
    <dgm:pt modelId="{7358F8EE-91DF-4A37-9118-1234E007356C}" type="pres">
      <dgm:prSet presAssocID="{5A073B1E-EBF7-4E47-947C-81AD747F4136}" presName="txTwo" presStyleLbl="node2" presStyleIdx="1" presStyleCnt="2">
        <dgm:presLayoutVars>
          <dgm:chPref val="3"/>
        </dgm:presLayoutVars>
      </dgm:prSet>
      <dgm:spPr/>
    </dgm:pt>
    <dgm:pt modelId="{20B3C5D9-4060-4E40-8A15-9BE8DF9C9B08}" type="pres">
      <dgm:prSet presAssocID="{5A073B1E-EBF7-4E47-947C-81AD747F4136}" presName="parTransTwo" presStyleCnt="0"/>
      <dgm:spPr/>
    </dgm:pt>
    <dgm:pt modelId="{2B90393F-E903-419A-AD2B-AE77481DEE78}" type="pres">
      <dgm:prSet presAssocID="{5A073B1E-EBF7-4E47-947C-81AD747F4136}" presName="horzTwo" presStyleCnt="0"/>
      <dgm:spPr/>
    </dgm:pt>
    <dgm:pt modelId="{BFEE59E1-0D64-4A9A-802F-811867331D04}" type="pres">
      <dgm:prSet presAssocID="{A947B6D4-2923-43B6-9D73-AD8A8E005633}" presName="vertThree" presStyleCnt="0"/>
      <dgm:spPr/>
    </dgm:pt>
    <dgm:pt modelId="{91CDC645-C920-45FC-A757-452E7C0BD2A5}" type="pres">
      <dgm:prSet presAssocID="{A947B6D4-2923-43B6-9D73-AD8A8E005633}" presName="txThree" presStyleLbl="node3" presStyleIdx="2" presStyleCnt="3">
        <dgm:presLayoutVars>
          <dgm:chPref val="3"/>
        </dgm:presLayoutVars>
      </dgm:prSet>
      <dgm:spPr/>
    </dgm:pt>
    <dgm:pt modelId="{A88C10F1-8B27-4298-8AD5-2AC0B85B43D8}" type="pres">
      <dgm:prSet presAssocID="{A947B6D4-2923-43B6-9D73-AD8A8E005633}" presName="horzThree" presStyleCnt="0"/>
      <dgm:spPr/>
    </dgm:pt>
  </dgm:ptLst>
  <dgm:cxnLst>
    <dgm:cxn modelId="{E9166205-D21E-4986-9CB1-1945E2074D38}" type="presOf" srcId="{1C77006E-74A8-448B-B990-BCD2479E95F1}" destId="{DD3BF563-670F-4052-A3B6-751EBE9A6DC3}" srcOrd="0" destOrd="0" presId="urn:microsoft.com/office/officeart/2005/8/layout/hierarchy4"/>
    <dgm:cxn modelId="{986F5A0D-75C1-433E-8EE8-1E0BF6FEF791}" srcId="{6EC3763E-36A2-4817-B2E6-718BE9B6C0B7}" destId="{C8816892-DEB4-403F-AB03-1F441738A3D1}" srcOrd="0" destOrd="0" parTransId="{C197179A-C69E-4DBF-80D9-973B470F1D96}" sibTransId="{43C3B7B1-3DEA-44AF-A580-A9E84FA363F4}"/>
    <dgm:cxn modelId="{A7DE2628-ACD3-4C17-B3D0-5DC616DC2F1C}" type="presOf" srcId="{A947B6D4-2923-43B6-9D73-AD8A8E005633}" destId="{91CDC645-C920-45FC-A757-452E7C0BD2A5}" srcOrd="0" destOrd="0" presId="urn:microsoft.com/office/officeart/2005/8/layout/hierarchy4"/>
    <dgm:cxn modelId="{DA09CF44-0084-4BE6-AB4A-B75E25E2E3E9}" srcId="{1C77006E-74A8-448B-B990-BCD2479E95F1}" destId="{6EC3763E-36A2-4817-B2E6-718BE9B6C0B7}" srcOrd="0" destOrd="0" parTransId="{BE438DB4-2503-4A06-B555-8BF5B57912E1}" sibTransId="{CDB09F0E-A90F-44D5-B613-735541A045C6}"/>
    <dgm:cxn modelId="{4C185E51-C72A-4885-8CAB-8F147C024653}" srcId="{1C77006E-74A8-448B-B990-BCD2479E95F1}" destId="{5A073B1E-EBF7-4E47-947C-81AD747F4136}" srcOrd="1" destOrd="0" parTransId="{29C01DE6-3454-4199-B9D8-AFC1187222EC}" sibTransId="{648B3F19-BF38-4595-AE00-66E7087E6F4B}"/>
    <dgm:cxn modelId="{3B149F7B-3910-4710-8E42-94050E1B9188}" type="presOf" srcId="{6EC3763E-36A2-4817-B2E6-718BE9B6C0B7}" destId="{E078CF96-FA3F-46D7-BB36-859709478382}" srcOrd="0" destOrd="0" presId="urn:microsoft.com/office/officeart/2005/8/layout/hierarchy4"/>
    <dgm:cxn modelId="{EB9A518B-2899-4CD2-B8AE-BE9241EBA19C}" type="presOf" srcId="{64CC4ADA-1A90-43DF-9E5A-2FBB4D934922}" destId="{D7FEC103-1B84-4628-AD92-514F66602497}" srcOrd="0" destOrd="0" presId="urn:microsoft.com/office/officeart/2005/8/layout/hierarchy4"/>
    <dgm:cxn modelId="{3674CF93-E765-4DD4-A172-D1E6450080CA}" type="presOf" srcId="{E4D2777C-18FC-4AF2-A233-3F8918A81C5A}" destId="{4F662C6B-B8D6-4E20-8B24-683E44109813}" srcOrd="0" destOrd="0" presId="urn:microsoft.com/office/officeart/2005/8/layout/hierarchy4"/>
    <dgm:cxn modelId="{437C36A5-65A5-4AAD-AD7E-77720A22B925}" type="presOf" srcId="{5A073B1E-EBF7-4E47-947C-81AD747F4136}" destId="{7358F8EE-91DF-4A37-9118-1234E007356C}" srcOrd="0" destOrd="0" presId="urn:microsoft.com/office/officeart/2005/8/layout/hierarchy4"/>
    <dgm:cxn modelId="{3F015CB5-DA6F-45FF-819D-325FF7103FAE}" srcId="{6EC3763E-36A2-4817-B2E6-718BE9B6C0B7}" destId="{64CC4ADA-1A90-43DF-9E5A-2FBB4D934922}" srcOrd="1" destOrd="0" parTransId="{C01BC92E-A7C0-4784-830C-B14124832EE3}" sibTransId="{BE00F6AC-3EE1-4F35-9978-5088829B02DD}"/>
    <dgm:cxn modelId="{3B124EBB-84DA-44C6-B9A8-1F6331F4AD79}" type="presOf" srcId="{C8816892-DEB4-403F-AB03-1F441738A3D1}" destId="{03147C4A-6CFC-46D8-88DB-EB7F019781EB}" srcOrd="0" destOrd="0" presId="urn:microsoft.com/office/officeart/2005/8/layout/hierarchy4"/>
    <dgm:cxn modelId="{762188C3-7887-49E9-A8E5-F56E3C2EE72A}" srcId="{5A073B1E-EBF7-4E47-947C-81AD747F4136}" destId="{A947B6D4-2923-43B6-9D73-AD8A8E005633}" srcOrd="0" destOrd="0" parTransId="{56939FF0-4C26-467D-B7ED-79C67A6D27DC}" sibTransId="{C5AB0775-6F85-49C3-B5E4-1EF96997CC11}"/>
    <dgm:cxn modelId="{3A97ADC7-DB0F-4CBE-B6FC-FF4888DE6348}" srcId="{E4D2777C-18FC-4AF2-A233-3F8918A81C5A}" destId="{1C77006E-74A8-448B-B990-BCD2479E95F1}" srcOrd="0" destOrd="0" parTransId="{59FF2D3F-9BF8-4229-9F6C-65654687F087}" sibTransId="{86C1C515-E88C-4CA3-99E8-A00A5A91F4C2}"/>
    <dgm:cxn modelId="{12C11EAB-E168-4686-8B62-74F2948D96AF}" type="presParOf" srcId="{4F662C6B-B8D6-4E20-8B24-683E44109813}" destId="{5838D047-DE93-43B0-A4EF-B4BF2C5D1876}" srcOrd="0" destOrd="0" presId="urn:microsoft.com/office/officeart/2005/8/layout/hierarchy4"/>
    <dgm:cxn modelId="{7527EF97-2746-40A7-9520-EBFA32461BED}" type="presParOf" srcId="{5838D047-DE93-43B0-A4EF-B4BF2C5D1876}" destId="{DD3BF563-670F-4052-A3B6-751EBE9A6DC3}" srcOrd="0" destOrd="0" presId="urn:microsoft.com/office/officeart/2005/8/layout/hierarchy4"/>
    <dgm:cxn modelId="{B7834A4F-82DE-42EC-99B0-C79E1ECC8569}" type="presParOf" srcId="{5838D047-DE93-43B0-A4EF-B4BF2C5D1876}" destId="{A40AE251-3FF6-4FEB-8400-33068DC1BBB3}" srcOrd="1" destOrd="0" presId="urn:microsoft.com/office/officeart/2005/8/layout/hierarchy4"/>
    <dgm:cxn modelId="{5994A146-D8F1-4795-AF7E-0AEF4AE4256E}" type="presParOf" srcId="{5838D047-DE93-43B0-A4EF-B4BF2C5D1876}" destId="{FAE53D2F-7E34-4A91-A5E2-8F9B725892A8}" srcOrd="2" destOrd="0" presId="urn:microsoft.com/office/officeart/2005/8/layout/hierarchy4"/>
    <dgm:cxn modelId="{8AC8A4D9-FAA4-453C-A0D3-3040759753F0}" type="presParOf" srcId="{FAE53D2F-7E34-4A91-A5E2-8F9B725892A8}" destId="{7ECB716F-929B-4F4F-B629-A3BEE85FBDA3}" srcOrd="0" destOrd="0" presId="urn:microsoft.com/office/officeart/2005/8/layout/hierarchy4"/>
    <dgm:cxn modelId="{B5686D70-DB93-4D4E-811E-03C3369BAD41}" type="presParOf" srcId="{7ECB716F-929B-4F4F-B629-A3BEE85FBDA3}" destId="{E078CF96-FA3F-46D7-BB36-859709478382}" srcOrd="0" destOrd="0" presId="urn:microsoft.com/office/officeart/2005/8/layout/hierarchy4"/>
    <dgm:cxn modelId="{C88D22E8-A6B2-43D2-906D-6F14197B7E99}" type="presParOf" srcId="{7ECB716F-929B-4F4F-B629-A3BEE85FBDA3}" destId="{739EB646-1000-4A0E-ABE5-FCFE76A75663}" srcOrd="1" destOrd="0" presId="urn:microsoft.com/office/officeart/2005/8/layout/hierarchy4"/>
    <dgm:cxn modelId="{35024101-567B-48D1-901E-F5284AF34499}" type="presParOf" srcId="{7ECB716F-929B-4F4F-B629-A3BEE85FBDA3}" destId="{E0AB13D6-5A78-438B-8FD5-71D6E44DFD22}" srcOrd="2" destOrd="0" presId="urn:microsoft.com/office/officeart/2005/8/layout/hierarchy4"/>
    <dgm:cxn modelId="{E32ECC34-85DB-4D32-8453-C6AD8F04719E}" type="presParOf" srcId="{E0AB13D6-5A78-438B-8FD5-71D6E44DFD22}" destId="{D4E6C40C-B29E-4A8C-B0DF-451C9EEDDE90}" srcOrd="0" destOrd="0" presId="urn:microsoft.com/office/officeart/2005/8/layout/hierarchy4"/>
    <dgm:cxn modelId="{6DF29739-509D-4CD7-ADD1-0A4E45417949}" type="presParOf" srcId="{D4E6C40C-B29E-4A8C-B0DF-451C9EEDDE90}" destId="{03147C4A-6CFC-46D8-88DB-EB7F019781EB}" srcOrd="0" destOrd="0" presId="urn:microsoft.com/office/officeart/2005/8/layout/hierarchy4"/>
    <dgm:cxn modelId="{B778B412-7E67-45E3-9D2E-59EFF24F1F7C}" type="presParOf" srcId="{D4E6C40C-B29E-4A8C-B0DF-451C9EEDDE90}" destId="{B1B88C44-9DF0-4D48-AE28-1EC97E9EDCA7}" srcOrd="1" destOrd="0" presId="urn:microsoft.com/office/officeart/2005/8/layout/hierarchy4"/>
    <dgm:cxn modelId="{45807004-8502-4720-8E88-BB8672D039B5}" type="presParOf" srcId="{E0AB13D6-5A78-438B-8FD5-71D6E44DFD22}" destId="{1E78447B-F5C1-4AD8-BB1E-CA452F6CEE59}" srcOrd="1" destOrd="0" presId="urn:microsoft.com/office/officeart/2005/8/layout/hierarchy4"/>
    <dgm:cxn modelId="{CB6CD8B0-22EE-4E61-A083-7A9B18115419}" type="presParOf" srcId="{E0AB13D6-5A78-438B-8FD5-71D6E44DFD22}" destId="{78C16CE5-E231-49C6-BB0F-C6E66628402D}" srcOrd="2" destOrd="0" presId="urn:microsoft.com/office/officeart/2005/8/layout/hierarchy4"/>
    <dgm:cxn modelId="{AA6E067F-8C04-4372-95F0-2A961097060C}" type="presParOf" srcId="{78C16CE5-E231-49C6-BB0F-C6E66628402D}" destId="{D7FEC103-1B84-4628-AD92-514F66602497}" srcOrd="0" destOrd="0" presId="urn:microsoft.com/office/officeart/2005/8/layout/hierarchy4"/>
    <dgm:cxn modelId="{D1536B59-E2BB-49D9-925E-67DF04EE5297}" type="presParOf" srcId="{78C16CE5-E231-49C6-BB0F-C6E66628402D}" destId="{4BFE3C29-8041-4E63-BDDD-54AD5853F206}" srcOrd="1" destOrd="0" presId="urn:microsoft.com/office/officeart/2005/8/layout/hierarchy4"/>
    <dgm:cxn modelId="{E57836AD-E582-46A7-9AB3-C23B88031F5B}" type="presParOf" srcId="{FAE53D2F-7E34-4A91-A5E2-8F9B725892A8}" destId="{FE5B19EF-B6A6-4371-ACDE-11DA6DE39FA6}" srcOrd="1" destOrd="0" presId="urn:microsoft.com/office/officeart/2005/8/layout/hierarchy4"/>
    <dgm:cxn modelId="{05EDD2CA-A045-494A-9C21-7B9BCB51AC9E}" type="presParOf" srcId="{FAE53D2F-7E34-4A91-A5E2-8F9B725892A8}" destId="{8AF3B6F0-1F0F-43D1-AEA9-33CFCDC894A1}" srcOrd="2" destOrd="0" presId="urn:microsoft.com/office/officeart/2005/8/layout/hierarchy4"/>
    <dgm:cxn modelId="{71B9B2FF-772C-4512-9ACE-86DD0356C66C}" type="presParOf" srcId="{8AF3B6F0-1F0F-43D1-AEA9-33CFCDC894A1}" destId="{7358F8EE-91DF-4A37-9118-1234E007356C}" srcOrd="0" destOrd="0" presId="urn:microsoft.com/office/officeart/2005/8/layout/hierarchy4"/>
    <dgm:cxn modelId="{88C074AE-4187-4FB9-A8CF-6C2EDC6F305C}" type="presParOf" srcId="{8AF3B6F0-1F0F-43D1-AEA9-33CFCDC894A1}" destId="{20B3C5D9-4060-4E40-8A15-9BE8DF9C9B08}" srcOrd="1" destOrd="0" presId="urn:microsoft.com/office/officeart/2005/8/layout/hierarchy4"/>
    <dgm:cxn modelId="{9CB8F469-7FFA-4827-BE46-AAEE74EFA2AC}" type="presParOf" srcId="{8AF3B6F0-1F0F-43D1-AEA9-33CFCDC894A1}" destId="{2B90393F-E903-419A-AD2B-AE77481DEE78}" srcOrd="2" destOrd="0" presId="urn:microsoft.com/office/officeart/2005/8/layout/hierarchy4"/>
    <dgm:cxn modelId="{FF329CA4-122D-4FC0-BF32-8775F7A8FF22}" type="presParOf" srcId="{2B90393F-E903-419A-AD2B-AE77481DEE78}" destId="{BFEE59E1-0D64-4A9A-802F-811867331D04}" srcOrd="0" destOrd="0" presId="urn:microsoft.com/office/officeart/2005/8/layout/hierarchy4"/>
    <dgm:cxn modelId="{12C7CF3E-3815-433F-894C-8AEAF2581FF5}" type="presParOf" srcId="{BFEE59E1-0D64-4A9A-802F-811867331D04}" destId="{91CDC645-C920-45FC-A757-452E7C0BD2A5}" srcOrd="0" destOrd="0" presId="urn:microsoft.com/office/officeart/2005/8/layout/hierarchy4"/>
    <dgm:cxn modelId="{69A22497-1265-42F7-BB15-073F799A3D4F}" type="presParOf" srcId="{BFEE59E1-0D64-4A9A-802F-811867331D04}" destId="{A88C10F1-8B27-4298-8AD5-2AC0B85B43D8}"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4D2777C-18FC-4AF2-A233-3F8918A81C5A}" type="doc">
      <dgm:prSet loTypeId="urn:microsoft.com/office/officeart/2005/8/layout/hierarchy4" loCatId="relationship" qsTypeId="urn:microsoft.com/office/officeart/2005/8/quickstyle/simple1" qsCatId="simple" csTypeId="urn:microsoft.com/office/officeart/2005/8/colors/colorful5" csCatId="colorful" phldr="1"/>
      <dgm:spPr/>
      <dgm:t>
        <a:bodyPr/>
        <a:lstStyle/>
        <a:p>
          <a:endParaRPr lang="es-AR"/>
        </a:p>
      </dgm:t>
    </dgm:pt>
    <dgm:pt modelId="{1C77006E-74A8-448B-B990-BCD2479E95F1}">
      <dgm:prSet phldrT="[Texto]" phldr="0"/>
      <dgm:spPr>
        <a:solidFill>
          <a:schemeClr val="tx2">
            <a:lumMod val="50000"/>
          </a:schemeClr>
        </a:solidFill>
      </dgm:spPr>
      <dgm:t>
        <a:bodyPr/>
        <a:lstStyle/>
        <a:p>
          <a:r>
            <a:rPr lang="es-AR" dirty="0"/>
            <a:t>Propósito: Asegurar calidad, consistencia, documentación y gobernanza del dato.</a:t>
          </a:r>
        </a:p>
      </dgm:t>
    </dgm:pt>
    <dgm:pt modelId="{59FF2D3F-9BF8-4229-9F6C-65654687F087}" type="parTrans" cxnId="{3A97ADC7-DB0F-4CBE-B6FC-FF4888DE6348}">
      <dgm:prSet/>
      <dgm:spPr/>
      <dgm:t>
        <a:bodyPr/>
        <a:lstStyle/>
        <a:p>
          <a:endParaRPr lang="es-AR"/>
        </a:p>
      </dgm:t>
    </dgm:pt>
    <dgm:pt modelId="{86C1C515-E88C-4CA3-99E8-A00A5A91F4C2}" type="sibTrans" cxnId="{3A97ADC7-DB0F-4CBE-B6FC-FF4888DE6348}">
      <dgm:prSet/>
      <dgm:spPr/>
      <dgm:t>
        <a:bodyPr/>
        <a:lstStyle/>
        <a:p>
          <a:endParaRPr lang="es-AR"/>
        </a:p>
      </dgm:t>
    </dgm:pt>
    <dgm:pt modelId="{6EC3763E-36A2-4817-B2E6-718BE9B6C0B7}">
      <dgm:prSet phldrT="[Texto]" phldr="0"/>
      <dgm:spPr>
        <a:solidFill>
          <a:srgbClr val="FF6600"/>
        </a:solidFill>
      </dgm:spPr>
      <dgm:t>
        <a:bodyPr/>
        <a:lstStyle/>
        <a:p>
          <a:r>
            <a:rPr lang="es-AR" dirty="0"/>
            <a:t>Responsabilidades Clave: Catalogación, metadatos, control de calidad, estandarización, linaje.</a:t>
          </a:r>
        </a:p>
      </dgm:t>
    </dgm:pt>
    <dgm:pt modelId="{BE438DB4-2503-4A06-B555-8BF5B57912E1}" type="parTrans" cxnId="{DA09CF44-0084-4BE6-AB4A-B75E25E2E3E9}">
      <dgm:prSet/>
      <dgm:spPr/>
      <dgm:t>
        <a:bodyPr/>
        <a:lstStyle/>
        <a:p>
          <a:endParaRPr lang="es-AR"/>
        </a:p>
      </dgm:t>
    </dgm:pt>
    <dgm:pt modelId="{CDB09F0E-A90F-44D5-B613-735541A045C6}" type="sibTrans" cxnId="{DA09CF44-0084-4BE6-AB4A-B75E25E2E3E9}">
      <dgm:prSet/>
      <dgm:spPr/>
      <dgm:t>
        <a:bodyPr/>
        <a:lstStyle/>
        <a:p>
          <a:endParaRPr lang="es-AR"/>
        </a:p>
      </dgm:t>
    </dgm:pt>
    <dgm:pt modelId="{C8816892-DEB4-403F-AB03-1F441738A3D1}">
      <dgm:prSet phldrT="[Texto]" phldr="0"/>
      <dgm:spPr/>
      <dgm:t>
        <a:bodyPr/>
        <a:lstStyle/>
        <a:p>
          <a:r>
            <a:rPr lang="es-AR" dirty="0"/>
            <a:t>Relación con el ciclo de vida del dato: Calidad y documentación.</a:t>
          </a:r>
        </a:p>
      </dgm:t>
    </dgm:pt>
    <dgm:pt modelId="{C197179A-C69E-4DBF-80D9-973B470F1D96}" type="parTrans" cxnId="{986F5A0D-75C1-433E-8EE8-1E0BF6FEF791}">
      <dgm:prSet/>
      <dgm:spPr/>
      <dgm:t>
        <a:bodyPr/>
        <a:lstStyle/>
        <a:p>
          <a:endParaRPr lang="es-AR"/>
        </a:p>
      </dgm:t>
    </dgm:pt>
    <dgm:pt modelId="{43C3B7B1-3DEA-44AF-A580-A9E84FA363F4}" type="sibTrans" cxnId="{986F5A0D-75C1-433E-8EE8-1E0BF6FEF791}">
      <dgm:prSet/>
      <dgm:spPr/>
      <dgm:t>
        <a:bodyPr/>
        <a:lstStyle/>
        <a:p>
          <a:endParaRPr lang="es-AR"/>
        </a:p>
      </dgm:t>
    </dgm:pt>
    <dgm:pt modelId="{64CC4ADA-1A90-43DF-9E5A-2FBB4D934922}">
      <dgm:prSet phldrT="[Texto]" phldr="0"/>
      <dgm:spPr>
        <a:solidFill>
          <a:srgbClr val="990000"/>
        </a:solidFill>
      </dgm:spPr>
      <dgm:t>
        <a:bodyPr/>
        <a:lstStyle/>
        <a:p>
          <a:r>
            <a:rPr lang="es-AR" dirty="0"/>
            <a:t>Enfoque: Mixto con énfasis en calidad.</a:t>
          </a:r>
        </a:p>
      </dgm:t>
    </dgm:pt>
    <dgm:pt modelId="{C01BC92E-A7C0-4784-830C-B14124832EE3}" type="parTrans" cxnId="{3F015CB5-DA6F-45FF-819D-325FF7103FAE}">
      <dgm:prSet/>
      <dgm:spPr/>
      <dgm:t>
        <a:bodyPr/>
        <a:lstStyle/>
        <a:p>
          <a:endParaRPr lang="es-AR"/>
        </a:p>
      </dgm:t>
    </dgm:pt>
    <dgm:pt modelId="{BE00F6AC-3EE1-4F35-9978-5088829B02DD}" type="sibTrans" cxnId="{3F015CB5-DA6F-45FF-819D-325FF7103FAE}">
      <dgm:prSet/>
      <dgm:spPr/>
      <dgm:t>
        <a:bodyPr/>
        <a:lstStyle/>
        <a:p>
          <a:endParaRPr lang="es-AR"/>
        </a:p>
      </dgm:t>
    </dgm:pt>
    <dgm:pt modelId="{5A073B1E-EBF7-4E47-947C-81AD747F4136}">
      <dgm:prSet phldrT="[Texto]" phldr="0"/>
      <dgm:spPr/>
      <dgm:t>
        <a:bodyPr/>
        <a:lstStyle/>
        <a:p>
          <a:r>
            <a:rPr lang="es-AR" dirty="0"/>
            <a:t>Competencias: Herramientas de catálogo (</a:t>
          </a:r>
          <a:r>
            <a:rPr lang="es-AR" dirty="0" err="1"/>
            <a:t>Collibra</a:t>
          </a:r>
          <a:r>
            <a:rPr lang="es-AR" dirty="0"/>
            <a:t>, </a:t>
          </a:r>
          <a:r>
            <a:rPr lang="es-AR" dirty="0" err="1"/>
            <a:t>Alation</a:t>
          </a:r>
          <a:r>
            <a:rPr lang="es-AR" dirty="0"/>
            <a:t>), estándares de calidad, metadatos.</a:t>
          </a:r>
        </a:p>
      </dgm:t>
    </dgm:pt>
    <dgm:pt modelId="{29C01DE6-3454-4199-B9D8-AFC1187222EC}" type="parTrans" cxnId="{4C185E51-C72A-4885-8CAB-8F147C024653}">
      <dgm:prSet/>
      <dgm:spPr/>
      <dgm:t>
        <a:bodyPr/>
        <a:lstStyle/>
        <a:p>
          <a:endParaRPr lang="es-AR"/>
        </a:p>
      </dgm:t>
    </dgm:pt>
    <dgm:pt modelId="{648B3F19-BF38-4595-AE00-66E7087E6F4B}" type="sibTrans" cxnId="{4C185E51-C72A-4885-8CAB-8F147C024653}">
      <dgm:prSet/>
      <dgm:spPr/>
      <dgm:t>
        <a:bodyPr/>
        <a:lstStyle/>
        <a:p>
          <a:endParaRPr lang="es-AR"/>
        </a:p>
      </dgm:t>
    </dgm:pt>
    <dgm:pt modelId="{A947B6D4-2923-43B6-9D73-AD8A8E005633}">
      <dgm:prSet phldrT="[Texto]" phldr="0"/>
      <dgm:spPr>
        <a:solidFill>
          <a:srgbClr val="7030A0"/>
        </a:solidFill>
      </dgm:spPr>
      <dgm:t>
        <a:bodyPr/>
        <a:lstStyle/>
        <a:p>
          <a:r>
            <a:rPr lang="es-AR" dirty="0"/>
            <a:t>Destinatarios de su trabajo: Custodios, analistas, ingenieros.</a:t>
          </a:r>
        </a:p>
      </dgm:t>
    </dgm:pt>
    <dgm:pt modelId="{56939FF0-4C26-467D-B7ED-79C67A6D27DC}" type="parTrans" cxnId="{762188C3-7887-49E9-A8E5-F56E3C2EE72A}">
      <dgm:prSet/>
      <dgm:spPr/>
      <dgm:t>
        <a:bodyPr/>
        <a:lstStyle/>
        <a:p>
          <a:endParaRPr lang="es-AR"/>
        </a:p>
      </dgm:t>
    </dgm:pt>
    <dgm:pt modelId="{C5AB0775-6F85-49C3-B5E4-1EF96997CC11}" type="sibTrans" cxnId="{762188C3-7887-49E9-A8E5-F56E3C2EE72A}">
      <dgm:prSet/>
      <dgm:spPr/>
      <dgm:t>
        <a:bodyPr/>
        <a:lstStyle/>
        <a:p>
          <a:endParaRPr lang="es-AR"/>
        </a:p>
      </dgm:t>
    </dgm:pt>
    <dgm:pt modelId="{4F662C6B-B8D6-4E20-8B24-683E44109813}" type="pres">
      <dgm:prSet presAssocID="{E4D2777C-18FC-4AF2-A233-3F8918A81C5A}" presName="Name0" presStyleCnt="0">
        <dgm:presLayoutVars>
          <dgm:chPref val="1"/>
          <dgm:dir/>
          <dgm:animOne val="branch"/>
          <dgm:animLvl val="lvl"/>
          <dgm:resizeHandles/>
        </dgm:presLayoutVars>
      </dgm:prSet>
      <dgm:spPr/>
    </dgm:pt>
    <dgm:pt modelId="{5838D047-DE93-43B0-A4EF-B4BF2C5D1876}" type="pres">
      <dgm:prSet presAssocID="{1C77006E-74A8-448B-B990-BCD2479E95F1}" presName="vertOne" presStyleCnt="0"/>
      <dgm:spPr/>
    </dgm:pt>
    <dgm:pt modelId="{DD3BF563-670F-4052-A3B6-751EBE9A6DC3}" type="pres">
      <dgm:prSet presAssocID="{1C77006E-74A8-448B-B990-BCD2479E95F1}" presName="txOne" presStyleLbl="node0" presStyleIdx="0" presStyleCnt="1">
        <dgm:presLayoutVars>
          <dgm:chPref val="3"/>
        </dgm:presLayoutVars>
      </dgm:prSet>
      <dgm:spPr/>
    </dgm:pt>
    <dgm:pt modelId="{A40AE251-3FF6-4FEB-8400-33068DC1BBB3}" type="pres">
      <dgm:prSet presAssocID="{1C77006E-74A8-448B-B990-BCD2479E95F1}" presName="parTransOne" presStyleCnt="0"/>
      <dgm:spPr/>
    </dgm:pt>
    <dgm:pt modelId="{FAE53D2F-7E34-4A91-A5E2-8F9B725892A8}" type="pres">
      <dgm:prSet presAssocID="{1C77006E-74A8-448B-B990-BCD2479E95F1}" presName="horzOne" presStyleCnt="0"/>
      <dgm:spPr/>
    </dgm:pt>
    <dgm:pt modelId="{7ECB716F-929B-4F4F-B629-A3BEE85FBDA3}" type="pres">
      <dgm:prSet presAssocID="{6EC3763E-36A2-4817-B2E6-718BE9B6C0B7}" presName="vertTwo" presStyleCnt="0"/>
      <dgm:spPr/>
    </dgm:pt>
    <dgm:pt modelId="{E078CF96-FA3F-46D7-BB36-859709478382}" type="pres">
      <dgm:prSet presAssocID="{6EC3763E-36A2-4817-B2E6-718BE9B6C0B7}" presName="txTwo" presStyleLbl="node2" presStyleIdx="0" presStyleCnt="2">
        <dgm:presLayoutVars>
          <dgm:chPref val="3"/>
        </dgm:presLayoutVars>
      </dgm:prSet>
      <dgm:spPr/>
    </dgm:pt>
    <dgm:pt modelId="{739EB646-1000-4A0E-ABE5-FCFE76A75663}" type="pres">
      <dgm:prSet presAssocID="{6EC3763E-36A2-4817-B2E6-718BE9B6C0B7}" presName="parTransTwo" presStyleCnt="0"/>
      <dgm:spPr/>
    </dgm:pt>
    <dgm:pt modelId="{E0AB13D6-5A78-438B-8FD5-71D6E44DFD22}" type="pres">
      <dgm:prSet presAssocID="{6EC3763E-36A2-4817-B2E6-718BE9B6C0B7}" presName="horzTwo" presStyleCnt="0"/>
      <dgm:spPr/>
    </dgm:pt>
    <dgm:pt modelId="{D4E6C40C-B29E-4A8C-B0DF-451C9EEDDE90}" type="pres">
      <dgm:prSet presAssocID="{C8816892-DEB4-403F-AB03-1F441738A3D1}" presName="vertThree" presStyleCnt="0"/>
      <dgm:spPr/>
    </dgm:pt>
    <dgm:pt modelId="{03147C4A-6CFC-46D8-88DB-EB7F019781EB}" type="pres">
      <dgm:prSet presAssocID="{C8816892-DEB4-403F-AB03-1F441738A3D1}" presName="txThree" presStyleLbl="node3" presStyleIdx="0" presStyleCnt="3">
        <dgm:presLayoutVars>
          <dgm:chPref val="3"/>
        </dgm:presLayoutVars>
      </dgm:prSet>
      <dgm:spPr/>
    </dgm:pt>
    <dgm:pt modelId="{B1B88C44-9DF0-4D48-AE28-1EC97E9EDCA7}" type="pres">
      <dgm:prSet presAssocID="{C8816892-DEB4-403F-AB03-1F441738A3D1}" presName="horzThree" presStyleCnt="0"/>
      <dgm:spPr/>
    </dgm:pt>
    <dgm:pt modelId="{1E78447B-F5C1-4AD8-BB1E-CA452F6CEE59}" type="pres">
      <dgm:prSet presAssocID="{43C3B7B1-3DEA-44AF-A580-A9E84FA363F4}" presName="sibSpaceThree" presStyleCnt="0"/>
      <dgm:spPr/>
    </dgm:pt>
    <dgm:pt modelId="{78C16CE5-E231-49C6-BB0F-C6E66628402D}" type="pres">
      <dgm:prSet presAssocID="{64CC4ADA-1A90-43DF-9E5A-2FBB4D934922}" presName="vertThree" presStyleCnt="0"/>
      <dgm:spPr/>
    </dgm:pt>
    <dgm:pt modelId="{D7FEC103-1B84-4628-AD92-514F66602497}" type="pres">
      <dgm:prSet presAssocID="{64CC4ADA-1A90-43DF-9E5A-2FBB4D934922}" presName="txThree" presStyleLbl="node3" presStyleIdx="1" presStyleCnt="3">
        <dgm:presLayoutVars>
          <dgm:chPref val="3"/>
        </dgm:presLayoutVars>
      </dgm:prSet>
      <dgm:spPr/>
    </dgm:pt>
    <dgm:pt modelId="{4BFE3C29-8041-4E63-BDDD-54AD5853F206}" type="pres">
      <dgm:prSet presAssocID="{64CC4ADA-1A90-43DF-9E5A-2FBB4D934922}" presName="horzThree" presStyleCnt="0"/>
      <dgm:spPr/>
    </dgm:pt>
    <dgm:pt modelId="{FE5B19EF-B6A6-4371-ACDE-11DA6DE39FA6}" type="pres">
      <dgm:prSet presAssocID="{CDB09F0E-A90F-44D5-B613-735541A045C6}" presName="sibSpaceTwo" presStyleCnt="0"/>
      <dgm:spPr/>
    </dgm:pt>
    <dgm:pt modelId="{8AF3B6F0-1F0F-43D1-AEA9-33CFCDC894A1}" type="pres">
      <dgm:prSet presAssocID="{5A073B1E-EBF7-4E47-947C-81AD747F4136}" presName="vertTwo" presStyleCnt="0"/>
      <dgm:spPr/>
    </dgm:pt>
    <dgm:pt modelId="{7358F8EE-91DF-4A37-9118-1234E007356C}" type="pres">
      <dgm:prSet presAssocID="{5A073B1E-EBF7-4E47-947C-81AD747F4136}" presName="txTwo" presStyleLbl="node2" presStyleIdx="1" presStyleCnt="2">
        <dgm:presLayoutVars>
          <dgm:chPref val="3"/>
        </dgm:presLayoutVars>
      </dgm:prSet>
      <dgm:spPr/>
    </dgm:pt>
    <dgm:pt modelId="{20B3C5D9-4060-4E40-8A15-9BE8DF9C9B08}" type="pres">
      <dgm:prSet presAssocID="{5A073B1E-EBF7-4E47-947C-81AD747F4136}" presName="parTransTwo" presStyleCnt="0"/>
      <dgm:spPr/>
    </dgm:pt>
    <dgm:pt modelId="{2B90393F-E903-419A-AD2B-AE77481DEE78}" type="pres">
      <dgm:prSet presAssocID="{5A073B1E-EBF7-4E47-947C-81AD747F4136}" presName="horzTwo" presStyleCnt="0"/>
      <dgm:spPr/>
    </dgm:pt>
    <dgm:pt modelId="{BFEE59E1-0D64-4A9A-802F-811867331D04}" type="pres">
      <dgm:prSet presAssocID="{A947B6D4-2923-43B6-9D73-AD8A8E005633}" presName="vertThree" presStyleCnt="0"/>
      <dgm:spPr/>
    </dgm:pt>
    <dgm:pt modelId="{91CDC645-C920-45FC-A757-452E7C0BD2A5}" type="pres">
      <dgm:prSet presAssocID="{A947B6D4-2923-43B6-9D73-AD8A8E005633}" presName="txThree" presStyleLbl="node3" presStyleIdx="2" presStyleCnt="3">
        <dgm:presLayoutVars>
          <dgm:chPref val="3"/>
        </dgm:presLayoutVars>
      </dgm:prSet>
      <dgm:spPr/>
    </dgm:pt>
    <dgm:pt modelId="{A88C10F1-8B27-4298-8AD5-2AC0B85B43D8}" type="pres">
      <dgm:prSet presAssocID="{A947B6D4-2923-43B6-9D73-AD8A8E005633}" presName="horzThree" presStyleCnt="0"/>
      <dgm:spPr/>
    </dgm:pt>
  </dgm:ptLst>
  <dgm:cxnLst>
    <dgm:cxn modelId="{E9166205-D21E-4986-9CB1-1945E2074D38}" type="presOf" srcId="{1C77006E-74A8-448B-B990-BCD2479E95F1}" destId="{DD3BF563-670F-4052-A3B6-751EBE9A6DC3}" srcOrd="0" destOrd="0" presId="urn:microsoft.com/office/officeart/2005/8/layout/hierarchy4"/>
    <dgm:cxn modelId="{986F5A0D-75C1-433E-8EE8-1E0BF6FEF791}" srcId="{6EC3763E-36A2-4817-B2E6-718BE9B6C0B7}" destId="{C8816892-DEB4-403F-AB03-1F441738A3D1}" srcOrd="0" destOrd="0" parTransId="{C197179A-C69E-4DBF-80D9-973B470F1D96}" sibTransId="{43C3B7B1-3DEA-44AF-A580-A9E84FA363F4}"/>
    <dgm:cxn modelId="{A7DE2628-ACD3-4C17-B3D0-5DC616DC2F1C}" type="presOf" srcId="{A947B6D4-2923-43B6-9D73-AD8A8E005633}" destId="{91CDC645-C920-45FC-A757-452E7C0BD2A5}" srcOrd="0" destOrd="0" presId="urn:microsoft.com/office/officeart/2005/8/layout/hierarchy4"/>
    <dgm:cxn modelId="{DA09CF44-0084-4BE6-AB4A-B75E25E2E3E9}" srcId="{1C77006E-74A8-448B-B990-BCD2479E95F1}" destId="{6EC3763E-36A2-4817-B2E6-718BE9B6C0B7}" srcOrd="0" destOrd="0" parTransId="{BE438DB4-2503-4A06-B555-8BF5B57912E1}" sibTransId="{CDB09F0E-A90F-44D5-B613-735541A045C6}"/>
    <dgm:cxn modelId="{4C185E51-C72A-4885-8CAB-8F147C024653}" srcId="{1C77006E-74A8-448B-B990-BCD2479E95F1}" destId="{5A073B1E-EBF7-4E47-947C-81AD747F4136}" srcOrd="1" destOrd="0" parTransId="{29C01DE6-3454-4199-B9D8-AFC1187222EC}" sibTransId="{648B3F19-BF38-4595-AE00-66E7087E6F4B}"/>
    <dgm:cxn modelId="{3B149F7B-3910-4710-8E42-94050E1B9188}" type="presOf" srcId="{6EC3763E-36A2-4817-B2E6-718BE9B6C0B7}" destId="{E078CF96-FA3F-46D7-BB36-859709478382}" srcOrd="0" destOrd="0" presId="urn:microsoft.com/office/officeart/2005/8/layout/hierarchy4"/>
    <dgm:cxn modelId="{EB9A518B-2899-4CD2-B8AE-BE9241EBA19C}" type="presOf" srcId="{64CC4ADA-1A90-43DF-9E5A-2FBB4D934922}" destId="{D7FEC103-1B84-4628-AD92-514F66602497}" srcOrd="0" destOrd="0" presId="urn:microsoft.com/office/officeart/2005/8/layout/hierarchy4"/>
    <dgm:cxn modelId="{3674CF93-E765-4DD4-A172-D1E6450080CA}" type="presOf" srcId="{E4D2777C-18FC-4AF2-A233-3F8918A81C5A}" destId="{4F662C6B-B8D6-4E20-8B24-683E44109813}" srcOrd="0" destOrd="0" presId="urn:microsoft.com/office/officeart/2005/8/layout/hierarchy4"/>
    <dgm:cxn modelId="{437C36A5-65A5-4AAD-AD7E-77720A22B925}" type="presOf" srcId="{5A073B1E-EBF7-4E47-947C-81AD747F4136}" destId="{7358F8EE-91DF-4A37-9118-1234E007356C}" srcOrd="0" destOrd="0" presId="urn:microsoft.com/office/officeart/2005/8/layout/hierarchy4"/>
    <dgm:cxn modelId="{3F015CB5-DA6F-45FF-819D-325FF7103FAE}" srcId="{6EC3763E-36A2-4817-B2E6-718BE9B6C0B7}" destId="{64CC4ADA-1A90-43DF-9E5A-2FBB4D934922}" srcOrd="1" destOrd="0" parTransId="{C01BC92E-A7C0-4784-830C-B14124832EE3}" sibTransId="{BE00F6AC-3EE1-4F35-9978-5088829B02DD}"/>
    <dgm:cxn modelId="{3B124EBB-84DA-44C6-B9A8-1F6331F4AD79}" type="presOf" srcId="{C8816892-DEB4-403F-AB03-1F441738A3D1}" destId="{03147C4A-6CFC-46D8-88DB-EB7F019781EB}" srcOrd="0" destOrd="0" presId="urn:microsoft.com/office/officeart/2005/8/layout/hierarchy4"/>
    <dgm:cxn modelId="{762188C3-7887-49E9-A8E5-F56E3C2EE72A}" srcId="{5A073B1E-EBF7-4E47-947C-81AD747F4136}" destId="{A947B6D4-2923-43B6-9D73-AD8A8E005633}" srcOrd="0" destOrd="0" parTransId="{56939FF0-4C26-467D-B7ED-79C67A6D27DC}" sibTransId="{C5AB0775-6F85-49C3-B5E4-1EF96997CC11}"/>
    <dgm:cxn modelId="{3A97ADC7-DB0F-4CBE-B6FC-FF4888DE6348}" srcId="{E4D2777C-18FC-4AF2-A233-3F8918A81C5A}" destId="{1C77006E-74A8-448B-B990-BCD2479E95F1}" srcOrd="0" destOrd="0" parTransId="{59FF2D3F-9BF8-4229-9F6C-65654687F087}" sibTransId="{86C1C515-E88C-4CA3-99E8-A00A5A91F4C2}"/>
    <dgm:cxn modelId="{12C11EAB-E168-4686-8B62-74F2948D96AF}" type="presParOf" srcId="{4F662C6B-B8D6-4E20-8B24-683E44109813}" destId="{5838D047-DE93-43B0-A4EF-B4BF2C5D1876}" srcOrd="0" destOrd="0" presId="urn:microsoft.com/office/officeart/2005/8/layout/hierarchy4"/>
    <dgm:cxn modelId="{7527EF97-2746-40A7-9520-EBFA32461BED}" type="presParOf" srcId="{5838D047-DE93-43B0-A4EF-B4BF2C5D1876}" destId="{DD3BF563-670F-4052-A3B6-751EBE9A6DC3}" srcOrd="0" destOrd="0" presId="urn:microsoft.com/office/officeart/2005/8/layout/hierarchy4"/>
    <dgm:cxn modelId="{B7834A4F-82DE-42EC-99B0-C79E1ECC8569}" type="presParOf" srcId="{5838D047-DE93-43B0-A4EF-B4BF2C5D1876}" destId="{A40AE251-3FF6-4FEB-8400-33068DC1BBB3}" srcOrd="1" destOrd="0" presId="urn:microsoft.com/office/officeart/2005/8/layout/hierarchy4"/>
    <dgm:cxn modelId="{5994A146-D8F1-4795-AF7E-0AEF4AE4256E}" type="presParOf" srcId="{5838D047-DE93-43B0-A4EF-B4BF2C5D1876}" destId="{FAE53D2F-7E34-4A91-A5E2-8F9B725892A8}" srcOrd="2" destOrd="0" presId="urn:microsoft.com/office/officeart/2005/8/layout/hierarchy4"/>
    <dgm:cxn modelId="{8AC8A4D9-FAA4-453C-A0D3-3040759753F0}" type="presParOf" srcId="{FAE53D2F-7E34-4A91-A5E2-8F9B725892A8}" destId="{7ECB716F-929B-4F4F-B629-A3BEE85FBDA3}" srcOrd="0" destOrd="0" presId="urn:microsoft.com/office/officeart/2005/8/layout/hierarchy4"/>
    <dgm:cxn modelId="{B5686D70-DB93-4D4E-811E-03C3369BAD41}" type="presParOf" srcId="{7ECB716F-929B-4F4F-B629-A3BEE85FBDA3}" destId="{E078CF96-FA3F-46D7-BB36-859709478382}" srcOrd="0" destOrd="0" presId="urn:microsoft.com/office/officeart/2005/8/layout/hierarchy4"/>
    <dgm:cxn modelId="{C88D22E8-A6B2-43D2-906D-6F14197B7E99}" type="presParOf" srcId="{7ECB716F-929B-4F4F-B629-A3BEE85FBDA3}" destId="{739EB646-1000-4A0E-ABE5-FCFE76A75663}" srcOrd="1" destOrd="0" presId="urn:microsoft.com/office/officeart/2005/8/layout/hierarchy4"/>
    <dgm:cxn modelId="{35024101-567B-48D1-901E-F5284AF34499}" type="presParOf" srcId="{7ECB716F-929B-4F4F-B629-A3BEE85FBDA3}" destId="{E0AB13D6-5A78-438B-8FD5-71D6E44DFD22}" srcOrd="2" destOrd="0" presId="urn:microsoft.com/office/officeart/2005/8/layout/hierarchy4"/>
    <dgm:cxn modelId="{E32ECC34-85DB-4D32-8453-C6AD8F04719E}" type="presParOf" srcId="{E0AB13D6-5A78-438B-8FD5-71D6E44DFD22}" destId="{D4E6C40C-B29E-4A8C-B0DF-451C9EEDDE90}" srcOrd="0" destOrd="0" presId="urn:microsoft.com/office/officeart/2005/8/layout/hierarchy4"/>
    <dgm:cxn modelId="{6DF29739-509D-4CD7-ADD1-0A4E45417949}" type="presParOf" srcId="{D4E6C40C-B29E-4A8C-B0DF-451C9EEDDE90}" destId="{03147C4A-6CFC-46D8-88DB-EB7F019781EB}" srcOrd="0" destOrd="0" presId="urn:microsoft.com/office/officeart/2005/8/layout/hierarchy4"/>
    <dgm:cxn modelId="{B778B412-7E67-45E3-9D2E-59EFF24F1F7C}" type="presParOf" srcId="{D4E6C40C-B29E-4A8C-B0DF-451C9EEDDE90}" destId="{B1B88C44-9DF0-4D48-AE28-1EC97E9EDCA7}" srcOrd="1" destOrd="0" presId="urn:microsoft.com/office/officeart/2005/8/layout/hierarchy4"/>
    <dgm:cxn modelId="{45807004-8502-4720-8E88-BB8672D039B5}" type="presParOf" srcId="{E0AB13D6-5A78-438B-8FD5-71D6E44DFD22}" destId="{1E78447B-F5C1-4AD8-BB1E-CA452F6CEE59}" srcOrd="1" destOrd="0" presId="urn:microsoft.com/office/officeart/2005/8/layout/hierarchy4"/>
    <dgm:cxn modelId="{CB6CD8B0-22EE-4E61-A083-7A9B18115419}" type="presParOf" srcId="{E0AB13D6-5A78-438B-8FD5-71D6E44DFD22}" destId="{78C16CE5-E231-49C6-BB0F-C6E66628402D}" srcOrd="2" destOrd="0" presId="urn:microsoft.com/office/officeart/2005/8/layout/hierarchy4"/>
    <dgm:cxn modelId="{AA6E067F-8C04-4372-95F0-2A961097060C}" type="presParOf" srcId="{78C16CE5-E231-49C6-BB0F-C6E66628402D}" destId="{D7FEC103-1B84-4628-AD92-514F66602497}" srcOrd="0" destOrd="0" presId="urn:microsoft.com/office/officeart/2005/8/layout/hierarchy4"/>
    <dgm:cxn modelId="{D1536B59-E2BB-49D9-925E-67DF04EE5297}" type="presParOf" srcId="{78C16CE5-E231-49C6-BB0F-C6E66628402D}" destId="{4BFE3C29-8041-4E63-BDDD-54AD5853F206}" srcOrd="1" destOrd="0" presId="urn:microsoft.com/office/officeart/2005/8/layout/hierarchy4"/>
    <dgm:cxn modelId="{E57836AD-E582-46A7-9AB3-C23B88031F5B}" type="presParOf" srcId="{FAE53D2F-7E34-4A91-A5E2-8F9B725892A8}" destId="{FE5B19EF-B6A6-4371-ACDE-11DA6DE39FA6}" srcOrd="1" destOrd="0" presId="urn:microsoft.com/office/officeart/2005/8/layout/hierarchy4"/>
    <dgm:cxn modelId="{05EDD2CA-A045-494A-9C21-7B9BCB51AC9E}" type="presParOf" srcId="{FAE53D2F-7E34-4A91-A5E2-8F9B725892A8}" destId="{8AF3B6F0-1F0F-43D1-AEA9-33CFCDC894A1}" srcOrd="2" destOrd="0" presId="urn:microsoft.com/office/officeart/2005/8/layout/hierarchy4"/>
    <dgm:cxn modelId="{71B9B2FF-772C-4512-9ACE-86DD0356C66C}" type="presParOf" srcId="{8AF3B6F0-1F0F-43D1-AEA9-33CFCDC894A1}" destId="{7358F8EE-91DF-4A37-9118-1234E007356C}" srcOrd="0" destOrd="0" presId="urn:microsoft.com/office/officeart/2005/8/layout/hierarchy4"/>
    <dgm:cxn modelId="{88C074AE-4187-4FB9-A8CF-6C2EDC6F305C}" type="presParOf" srcId="{8AF3B6F0-1F0F-43D1-AEA9-33CFCDC894A1}" destId="{20B3C5D9-4060-4E40-8A15-9BE8DF9C9B08}" srcOrd="1" destOrd="0" presId="urn:microsoft.com/office/officeart/2005/8/layout/hierarchy4"/>
    <dgm:cxn modelId="{9CB8F469-7FFA-4827-BE46-AAEE74EFA2AC}" type="presParOf" srcId="{8AF3B6F0-1F0F-43D1-AEA9-33CFCDC894A1}" destId="{2B90393F-E903-419A-AD2B-AE77481DEE78}" srcOrd="2" destOrd="0" presId="urn:microsoft.com/office/officeart/2005/8/layout/hierarchy4"/>
    <dgm:cxn modelId="{FF329CA4-122D-4FC0-BF32-8775F7A8FF22}" type="presParOf" srcId="{2B90393F-E903-419A-AD2B-AE77481DEE78}" destId="{BFEE59E1-0D64-4A9A-802F-811867331D04}" srcOrd="0" destOrd="0" presId="urn:microsoft.com/office/officeart/2005/8/layout/hierarchy4"/>
    <dgm:cxn modelId="{12C7CF3E-3815-433F-894C-8AEAF2581FF5}" type="presParOf" srcId="{BFEE59E1-0D64-4A9A-802F-811867331D04}" destId="{91CDC645-C920-45FC-A757-452E7C0BD2A5}" srcOrd="0" destOrd="0" presId="urn:microsoft.com/office/officeart/2005/8/layout/hierarchy4"/>
    <dgm:cxn modelId="{69A22497-1265-42F7-BB15-073F799A3D4F}" type="presParOf" srcId="{BFEE59E1-0D64-4A9A-802F-811867331D04}" destId="{A88C10F1-8B27-4298-8AD5-2AC0B85B43D8}"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4D2777C-18FC-4AF2-A233-3F8918A81C5A}" type="doc">
      <dgm:prSet loTypeId="urn:microsoft.com/office/officeart/2005/8/layout/hierarchy4" loCatId="relationship" qsTypeId="urn:microsoft.com/office/officeart/2005/8/quickstyle/simple1" qsCatId="simple" csTypeId="urn:microsoft.com/office/officeart/2005/8/colors/colorful5" csCatId="colorful" phldr="1"/>
      <dgm:spPr/>
      <dgm:t>
        <a:bodyPr/>
        <a:lstStyle/>
        <a:p>
          <a:endParaRPr lang="es-AR"/>
        </a:p>
      </dgm:t>
    </dgm:pt>
    <dgm:pt modelId="{1C77006E-74A8-448B-B990-BCD2479E95F1}">
      <dgm:prSet phldrT="[Texto]" phldr="0"/>
      <dgm:spPr>
        <a:solidFill>
          <a:schemeClr val="tx2">
            <a:lumMod val="50000"/>
          </a:schemeClr>
        </a:solidFill>
      </dgm:spPr>
      <dgm:t>
        <a:bodyPr/>
        <a:lstStyle/>
        <a:p>
          <a:r>
            <a:rPr lang="es-AR" dirty="0"/>
            <a:t>Propósito: Diseñar y operar pipelines de ingreso, transformación y almacenamiento de datos.</a:t>
          </a:r>
        </a:p>
      </dgm:t>
    </dgm:pt>
    <dgm:pt modelId="{59FF2D3F-9BF8-4229-9F6C-65654687F087}" type="parTrans" cxnId="{3A97ADC7-DB0F-4CBE-B6FC-FF4888DE6348}">
      <dgm:prSet/>
      <dgm:spPr/>
      <dgm:t>
        <a:bodyPr/>
        <a:lstStyle/>
        <a:p>
          <a:endParaRPr lang="es-AR"/>
        </a:p>
      </dgm:t>
    </dgm:pt>
    <dgm:pt modelId="{86C1C515-E88C-4CA3-99E8-A00A5A91F4C2}" type="sibTrans" cxnId="{3A97ADC7-DB0F-4CBE-B6FC-FF4888DE6348}">
      <dgm:prSet/>
      <dgm:spPr/>
      <dgm:t>
        <a:bodyPr/>
        <a:lstStyle/>
        <a:p>
          <a:endParaRPr lang="es-AR"/>
        </a:p>
      </dgm:t>
    </dgm:pt>
    <dgm:pt modelId="{6EC3763E-36A2-4817-B2E6-718BE9B6C0B7}">
      <dgm:prSet phldrT="[Texto]" phldr="0"/>
      <dgm:spPr>
        <a:solidFill>
          <a:srgbClr val="FF6600"/>
        </a:solidFill>
      </dgm:spPr>
      <dgm:t>
        <a:bodyPr/>
        <a:lstStyle/>
        <a:p>
          <a:r>
            <a:rPr lang="es-AR" dirty="0"/>
            <a:t>Responsabilidades Clave: Ingreso, ETL/ELT, integración, almacenamiento (DW, DL), automatización.</a:t>
          </a:r>
        </a:p>
      </dgm:t>
    </dgm:pt>
    <dgm:pt modelId="{BE438DB4-2503-4A06-B555-8BF5B57912E1}" type="parTrans" cxnId="{DA09CF44-0084-4BE6-AB4A-B75E25E2E3E9}">
      <dgm:prSet/>
      <dgm:spPr/>
      <dgm:t>
        <a:bodyPr/>
        <a:lstStyle/>
        <a:p>
          <a:endParaRPr lang="es-AR"/>
        </a:p>
      </dgm:t>
    </dgm:pt>
    <dgm:pt modelId="{CDB09F0E-A90F-44D5-B613-735541A045C6}" type="sibTrans" cxnId="{DA09CF44-0084-4BE6-AB4A-B75E25E2E3E9}">
      <dgm:prSet/>
      <dgm:spPr/>
      <dgm:t>
        <a:bodyPr/>
        <a:lstStyle/>
        <a:p>
          <a:endParaRPr lang="es-AR"/>
        </a:p>
      </dgm:t>
    </dgm:pt>
    <dgm:pt modelId="{C8816892-DEB4-403F-AB03-1F441738A3D1}">
      <dgm:prSet phldrT="[Texto]" phldr="0"/>
      <dgm:spPr/>
      <dgm:t>
        <a:bodyPr/>
        <a:lstStyle/>
        <a:p>
          <a:r>
            <a:rPr lang="es-AR" dirty="0"/>
            <a:t>Relación con el ciclo de vida del dato: Ingreso, procesamiento y almacenamiento.</a:t>
          </a:r>
        </a:p>
      </dgm:t>
    </dgm:pt>
    <dgm:pt modelId="{C197179A-C69E-4DBF-80D9-973B470F1D96}" type="parTrans" cxnId="{986F5A0D-75C1-433E-8EE8-1E0BF6FEF791}">
      <dgm:prSet/>
      <dgm:spPr/>
      <dgm:t>
        <a:bodyPr/>
        <a:lstStyle/>
        <a:p>
          <a:endParaRPr lang="es-AR"/>
        </a:p>
      </dgm:t>
    </dgm:pt>
    <dgm:pt modelId="{43C3B7B1-3DEA-44AF-A580-A9E84FA363F4}" type="sibTrans" cxnId="{986F5A0D-75C1-433E-8EE8-1E0BF6FEF791}">
      <dgm:prSet/>
      <dgm:spPr/>
      <dgm:t>
        <a:bodyPr/>
        <a:lstStyle/>
        <a:p>
          <a:endParaRPr lang="es-AR"/>
        </a:p>
      </dgm:t>
    </dgm:pt>
    <dgm:pt modelId="{64CC4ADA-1A90-43DF-9E5A-2FBB4D934922}">
      <dgm:prSet phldrT="[Texto]" phldr="0"/>
      <dgm:spPr>
        <a:solidFill>
          <a:srgbClr val="990000"/>
        </a:solidFill>
      </dgm:spPr>
      <dgm:t>
        <a:bodyPr/>
        <a:lstStyle/>
        <a:p>
          <a:r>
            <a:rPr lang="es-AR" dirty="0"/>
            <a:t>Enfoque: Técnico profundo.</a:t>
          </a:r>
        </a:p>
      </dgm:t>
    </dgm:pt>
    <dgm:pt modelId="{C01BC92E-A7C0-4784-830C-B14124832EE3}" type="parTrans" cxnId="{3F015CB5-DA6F-45FF-819D-325FF7103FAE}">
      <dgm:prSet/>
      <dgm:spPr/>
      <dgm:t>
        <a:bodyPr/>
        <a:lstStyle/>
        <a:p>
          <a:endParaRPr lang="es-AR"/>
        </a:p>
      </dgm:t>
    </dgm:pt>
    <dgm:pt modelId="{BE00F6AC-3EE1-4F35-9978-5088829B02DD}" type="sibTrans" cxnId="{3F015CB5-DA6F-45FF-819D-325FF7103FAE}">
      <dgm:prSet/>
      <dgm:spPr/>
      <dgm:t>
        <a:bodyPr/>
        <a:lstStyle/>
        <a:p>
          <a:endParaRPr lang="es-AR"/>
        </a:p>
      </dgm:t>
    </dgm:pt>
    <dgm:pt modelId="{5A073B1E-EBF7-4E47-947C-81AD747F4136}">
      <dgm:prSet phldrT="[Texto]" phldr="0"/>
      <dgm:spPr/>
      <dgm:t>
        <a:bodyPr/>
        <a:lstStyle/>
        <a:p>
          <a:r>
            <a:rPr lang="es-AR" dirty="0"/>
            <a:t>Competencias: Python/Scala, Spark, ETL, bases relacionales y no relacionales, </a:t>
          </a:r>
          <a:r>
            <a:rPr lang="es-AR" dirty="0" err="1"/>
            <a:t>cloud</a:t>
          </a:r>
          <a:r>
            <a:rPr lang="es-AR" dirty="0"/>
            <a:t>.</a:t>
          </a:r>
        </a:p>
      </dgm:t>
    </dgm:pt>
    <dgm:pt modelId="{29C01DE6-3454-4199-B9D8-AFC1187222EC}" type="parTrans" cxnId="{4C185E51-C72A-4885-8CAB-8F147C024653}">
      <dgm:prSet/>
      <dgm:spPr/>
      <dgm:t>
        <a:bodyPr/>
        <a:lstStyle/>
        <a:p>
          <a:endParaRPr lang="es-AR"/>
        </a:p>
      </dgm:t>
    </dgm:pt>
    <dgm:pt modelId="{648B3F19-BF38-4595-AE00-66E7087E6F4B}" type="sibTrans" cxnId="{4C185E51-C72A-4885-8CAB-8F147C024653}">
      <dgm:prSet/>
      <dgm:spPr/>
      <dgm:t>
        <a:bodyPr/>
        <a:lstStyle/>
        <a:p>
          <a:endParaRPr lang="es-AR"/>
        </a:p>
      </dgm:t>
    </dgm:pt>
    <dgm:pt modelId="{A947B6D4-2923-43B6-9D73-AD8A8E005633}">
      <dgm:prSet phldrT="[Texto]" phldr="0"/>
      <dgm:spPr>
        <a:solidFill>
          <a:srgbClr val="7030A0"/>
        </a:solidFill>
      </dgm:spPr>
      <dgm:t>
        <a:bodyPr/>
        <a:lstStyle/>
        <a:p>
          <a:r>
            <a:rPr lang="es-AR" dirty="0"/>
            <a:t>Destinatarios de su trabajo: Analistas, científicos, arquitectos.</a:t>
          </a:r>
        </a:p>
      </dgm:t>
    </dgm:pt>
    <dgm:pt modelId="{56939FF0-4C26-467D-B7ED-79C67A6D27DC}" type="parTrans" cxnId="{762188C3-7887-49E9-A8E5-F56E3C2EE72A}">
      <dgm:prSet/>
      <dgm:spPr/>
      <dgm:t>
        <a:bodyPr/>
        <a:lstStyle/>
        <a:p>
          <a:endParaRPr lang="es-AR"/>
        </a:p>
      </dgm:t>
    </dgm:pt>
    <dgm:pt modelId="{C5AB0775-6F85-49C3-B5E4-1EF96997CC11}" type="sibTrans" cxnId="{762188C3-7887-49E9-A8E5-F56E3C2EE72A}">
      <dgm:prSet/>
      <dgm:spPr/>
      <dgm:t>
        <a:bodyPr/>
        <a:lstStyle/>
        <a:p>
          <a:endParaRPr lang="es-AR"/>
        </a:p>
      </dgm:t>
    </dgm:pt>
    <dgm:pt modelId="{4F662C6B-B8D6-4E20-8B24-683E44109813}" type="pres">
      <dgm:prSet presAssocID="{E4D2777C-18FC-4AF2-A233-3F8918A81C5A}" presName="Name0" presStyleCnt="0">
        <dgm:presLayoutVars>
          <dgm:chPref val="1"/>
          <dgm:dir/>
          <dgm:animOne val="branch"/>
          <dgm:animLvl val="lvl"/>
          <dgm:resizeHandles/>
        </dgm:presLayoutVars>
      </dgm:prSet>
      <dgm:spPr/>
    </dgm:pt>
    <dgm:pt modelId="{5838D047-DE93-43B0-A4EF-B4BF2C5D1876}" type="pres">
      <dgm:prSet presAssocID="{1C77006E-74A8-448B-B990-BCD2479E95F1}" presName="vertOne" presStyleCnt="0"/>
      <dgm:spPr/>
    </dgm:pt>
    <dgm:pt modelId="{DD3BF563-670F-4052-A3B6-751EBE9A6DC3}" type="pres">
      <dgm:prSet presAssocID="{1C77006E-74A8-448B-B990-BCD2479E95F1}" presName="txOne" presStyleLbl="node0" presStyleIdx="0" presStyleCnt="1">
        <dgm:presLayoutVars>
          <dgm:chPref val="3"/>
        </dgm:presLayoutVars>
      </dgm:prSet>
      <dgm:spPr/>
    </dgm:pt>
    <dgm:pt modelId="{A40AE251-3FF6-4FEB-8400-33068DC1BBB3}" type="pres">
      <dgm:prSet presAssocID="{1C77006E-74A8-448B-B990-BCD2479E95F1}" presName="parTransOne" presStyleCnt="0"/>
      <dgm:spPr/>
    </dgm:pt>
    <dgm:pt modelId="{FAE53D2F-7E34-4A91-A5E2-8F9B725892A8}" type="pres">
      <dgm:prSet presAssocID="{1C77006E-74A8-448B-B990-BCD2479E95F1}" presName="horzOne" presStyleCnt="0"/>
      <dgm:spPr/>
    </dgm:pt>
    <dgm:pt modelId="{7ECB716F-929B-4F4F-B629-A3BEE85FBDA3}" type="pres">
      <dgm:prSet presAssocID="{6EC3763E-36A2-4817-B2E6-718BE9B6C0B7}" presName="vertTwo" presStyleCnt="0"/>
      <dgm:spPr/>
    </dgm:pt>
    <dgm:pt modelId="{E078CF96-FA3F-46D7-BB36-859709478382}" type="pres">
      <dgm:prSet presAssocID="{6EC3763E-36A2-4817-B2E6-718BE9B6C0B7}" presName="txTwo" presStyleLbl="node2" presStyleIdx="0" presStyleCnt="2">
        <dgm:presLayoutVars>
          <dgm:chPref val="3"/>
        </dgm:presLayoutVars>
      </dgm:prSet>
      <dgm:spPr/>
    </dgm:pt>
    <dgm:pt modelId="{739EB646-1000-4A0E-ABE5-FCFE76A75663}" type="pres">
      <dgm:prSet presAssocID="{6EC3763E-36A2-4817-B2E6-718BE9B6C0B7}" presName="parTransTwo" presStyleCnt="0"/>
      <dgm:spPr/>
    </dgm:pt>
    <dgm:pt modelId="{E0AB13D6-5A78-438B-8FD5-71D6E44DFD22}" type="pres">
      <dgm:prSet presAssocID="{6EC3763E-36A2-4817-B2E6-718BE9B6C0B7}" presName="horzTwo" presStyleCnt="0"/>
      <dgm:spPr/>
    </dgm:pt>
    <dgm:pt modelId="{D4E6C40C-B29E-4A8C-B0DF-451C9EEDDE90}" type="pres">
      <dgm:prSet presAssocID="{C8816892-DEB4-403F-AB03-1F441738A3D1}" presName="vertThree" presStyleCnt="0"/>
      <dgm:spPr/>
    </dgm:pt>
    <dgm:pt modelId="{03147C4A-6CFC-46D8-88DB-EB7F019781EB}" type="pres">
      <dgm:prSet presAssocID="{C8816892-DEB4-403F-AB03-1F441738A3D1}" presName="txThree" presStyleLbl="node3" presStyleIdx="0" presStyleCnt="3">
        <dgm:presLayoutVars>
          <dgm:chPref val="3"/>
        </dgm:presLayoutVars>
      </dgm:prSet>
      <dgm:spPr/>
    </dgm:pt>
    <dgm:pt modelId="{B1B88C44-9DF0-4D48-AE28-1EC97E9EDCA7}" type="pres">
      <dgm:prSet presAssocID="{C8816892-DEB4-403F-AB03-1F441738A3D1}" presName="horzThree" presStyleCnt="0"/>
      <dgm:spPr/>
    </dgm:pt>
    <dgm:pt modelId="{1E78447B-F5C1-4AD8-BB1E-CA452F6CEE59}" type="pres">
      <dgm:prSet presAssocID="{43C3B7B1-3DEA-44AF-A580-A9E84FA363F4}" presName="sibSpaceThree" presStyleCnt="0"/>
      <dgm:spPr/>
    </dgm:pt>
    <dgm:pt modelId="{78C16CE5-E231-49C6-BB0F-C6E66628402D}" type="pres">
      <dgm:prSet presAssocID="{64CC4ADA-1A90-43DF-9E5A-2FBB4D934922}" presName="vertThree" presStyleCnt="0"/>
      <dgm:spPr/>
    </dgm:pt>
    <dgm:pt modelId="{D7FEC103-1B84-4628-AD92-514F66602497}" type="pres">
      <dgm:prSet presAssocID="{64CC4ADA-1A90-43DF-9E5A-2FBB4D934922}" presName="txThree" presStyleLbl="node3" presStyleIdx="1" presStyleCnt="3">
        <dgm:presLayoutVars>
          <dgm:chPref val="3"/>
        </dgm:presLayoutVars>
      </dgm:prSet>
      <dgm:spPr/>
    </dgm:pt>
    <dgm:pt modelId="{4BFE3C29-8041-4E63-BDDD-54AD5853F206}" type="pres">
      <dgm:prSet presAssocID="{64CC4ADA-1A90-43DF-9E5A-2FBB4D934922}" presName="horzThree" presStyleCnt="0"/>
      <dgm:spPr/>
    </dgm:pt>
    <dgm:pt modelId="{FE5B19EF-B6A6-4371-ACDE-11DA6DE39FA6}" type="pres">
      <dgm:prSet presAssocID="{CDB09F0E-A90F-44D5-B613-735541A045C6}" presName="sibSpaceTwo" presStyleCnt="0"/>
      <dgm:spPr/>
    </dgm:pt>
    <dgm:pt modelId="{8AF3B6F0-1F0F-43D1-AEA9-33CFCDC894A1}" type="pres">
      <dgm:prSet presAssocID="{5A073B1E-EBF7-4E47-947C-81AD747F4136}" presName="vertTwo" presStyleCnt="0"/>
      <dgm:spPr/>
    </dgm:pt>
    <dgm:pt modelId="{7358F8EE-91DF-4A37-9118-1234E007356C}" type="pres">
      <dgm:prSet presAssocID="{5A073B1E-EBF7-4E47-947C-81AD747F4136}" presName="txTwo" presStyleLbl="node2" presStyleIdx="1" presStyleCnt="2">
        <dgm:presLayoutVars>
          <dgm:chPref val="3"/>
        </dgm:presLayoutVars>
      </dgm:prSet>
      <dgm:spPr/>
    </dgm:pt>
    <dgm:pt modelId="{20B3C5D9-4060-4E40-8A15-9BE8DF9C9B08}" type="pres">
      <dgm:prSet presAssocID="{5A073B1E-EBF7-4E47-947C-81AD747F4136}" presName="parTransTwo" presStyleCnt="0"/>
      <dgm:spPr/>
    </dgm:pt>
    <dgm:pt modelId="{2B90393F-E903-419A-AD2B-AE77481DEE78}" type="pres">
      <dgm:prSet presAssocID="{5A073B1E-EBF7-4E47-947C-81AD747F4136}" presName="horzTwo" presStyleCnt="0"/>
      <dgm:spPr/>
    </dgm:pt>
    <dgm:pt modelId="{BFEE59E1-0D64-4A9A-802F-811867331D04}" type="pres">
      <dgm:prSet presAssocID="{A947B6D4-2923-43B6-9D73-AD8A8E005633}" presName="vertThree" presStyleCnt="0"/>
      <dgm:spPr/>
    </dgm:pt>
    <dgm:pt modelId="{91CDC645-C920-45FC-A757-452E7C0BD2A5}" type="pres">
      <dgm:prSet presAssocID="{A947B6D4-2923-43B6-9D73-AD8A8E005633}" presName="txThree" presStyleLbl="node3" presStyleIdx="2" presStyleCnt="3">
        <dgm:presLayoutVars>
          <dgm:chPref val="3"/>
        </dgm:presLayoutVars>
      </dgm:prSet>
      <dgm:spPr/>
    </dgm:pt>
    <dgm:pt modelId="{A88C10F1-8B27-4298-8AD5-2AC0B85B43D8}" type="pres">
      <dgm:prSet presAssocID="{A947B6D4-2923-43B6-9D73-AD8A8E005633}" presName="horzThree" presStyleCnt="0"/>
      <dgm:spPr/>
    </dgm:pt>
  </dgm:ptLst>
  <dgm:cxnLst>
    <dgm:cxn modelId="{E9166205-D21E-4986-9CB1-1945E2074D38}" type="presOf" srcId="{1C77006E-74A8-448B-B990-BCD2479E95F1}" destId="{DD3BF563-670F-4052-A3B6-751EBE9A6DC3}" srcOrd="0" destOrd="0" presId="urn:microsoft.com/office/officeart/2005/8/layout/hierarchy4"/>
    <dgm:cxn modelId="{986F5A0D-75C1-433E-8EE8-1E0BF6FEF791}" srcId="{6EC3763E-36A2-4817-B2E6-718BE9B6C0B7}" destId="{C8816892-DEB4-403F-AB03-1F441738A3D1}" srcOrd="0" destOrd="0" parTransId="{C197179A-C69E-4DBF-80D9-973B470F1D96}" sibTransId="{43C3B7B1-3DEA-44AF-A580-A9E84FA363F4}"/>
    <dgm:cxn modelId="{A7DE2628-ACD3-4C17-B3D0-5DC616DC2F1C}" type="presOf" srcId="{A947B6D4-2923-43B6-9D73-AD8A8E005633}" destId="{91CDC645-C920-45FC-A757-452E7C0BD2A5}" srcOrd="0" destOrd="0" presId="urn:microsoft.com/office/officeart/2005/8/layout/hierarchy4"/>
    <dgm:cxn modelId="{DA09CF44-0084-4BE6-AB4A-B75E25E2E3E9}" srcId="{1C77006E-74A8-448B-B990-BCD2479E95F1}" destId="{6EC3763E-36A2-4817-B2E6-718BE9B6C0B7}" srcOrd="0" destOrd="0" parTransId="{BE438DB4-2503-4A06-B555-8BF5B57912E1}" sibTransId="{CDB09F0E-A90F-44D5-B613-735541A045C6}"/>
    <dgm:cxn modelId="{4C185E51-C72A-4885-8CAB-8F147C024653}" srcId="{1C77006E-74A8-448B-B990-BCD2479E95F1}" destId="{5A073B1E-EBF7-4E47-947C-81AD747F4136}" srcOrd="1" destOrd="0" parTransId="{29C01DE6-3454-4199-B9D8-AFC1187222EC}" sibTransId="{648B3F19-BF38-4595-AE00-66E7087E6F4B}"/>
    <dgm:cxn modelId="{3B149F7B-3910-4710-8E42-94050E1B9188}" type="presOf" srcId="{6EC3763E-36A2-4817-B2E6-718BE9B6C0B7}" destId="{E078CF96-FA3F-46D7-BB36-859709478382}" srcOrd="0" destOrd="0" presId="urn:microsoft.com/office/officeart/2005/8/layout/hierarchy4"/>
    <dgm:cxn modelId="{EB9A518B-2899-4CD2-B8AE-BE9241EBA19C}" type="presOf" srcId="{64CC4ADA-1A90-43DF-9E5A-2FBB4D934922}" destId="{D7FEC103-1B84-4628-AD92-514F66602497}" srcOrd="0" destOrd="0" presId="urn:microsoft.com/office/officeart/2005/8/layout/hierarchy4"/>
    <dgm:cxn modelId="{3674CF93-E765-4DD4-A172-D1E6450080CA}" type="presOf" srcId="{E4D2777C-18FC-4AF2-A233-3F8918A81C5A}" destId="{4F662C6B-B8D6-4E20-8B24-683E44109813}" srcOrd="0" destOrd="0" presId="urn:microsoft.com/office/officeart/2005/8/layout/hierarchy4"/>
    <dgm:cxn modelId="{437C36A5-65A5-4AAD-AD7E-77720A22B925}" type="presOf" srcId="{5A073B1E-EBF7-4E47-947C-81AD747F4136}" destId="{7358F8EE-91DF-4A37-9118-1234E007356C}" srcOrd="0" destOrd="0" presId="urn:microsoft.com/office/officeart/2005/8/layout/hierarchy4"/>
    <dgm:cxn modelId="{3F015CB5-DA6F-45FF-819D-325FF7103FAE}" srcId="{6EC3763E-36A2-4817-B2E6-718BE9B6C0B7}" destId="{64CC4ADA-1A90-43DF-9E5A-2FBB4D934922}" srcOrd="1" destOrd="0" parTransId="{C01BC92E-A7C0-4784-830C-B14124832EE3}" sibTransId="{BE00F6AC-3EE1-4F35-9978-5088829B02DD}"/>
    <dgm:cxn modelId="{3B124EBB-84DA-44C6-B9A8-1F6331F4AD79}" type="presOf" srcId="{C8816892-DEB4-403F-AB03-1F441738A3D1}" destId="{03147C4A-6CFC-46D8-88DB-EB7F019781EB}" srcOrd="0" destOrd="0" presId="urn:microsoft.com/office/officeart/2005/8/layout/hierarchy4"/>
    <dgm:cxn modelId="{762188C3-7887-49E9-A8E5-F56E3C2EE72A}" srcId="{5A073B1E-EBF7-4E47-947C-81AD747F4136}" destId="{A947B6D4-2923-43B6-9D73-AD8A8E005633}" srcOrd="0" destOrd="0" parTransId="{56939FF0-4C26-467D-B7ED-79C67A6D27DC}" sibTransId="{C5AB0775-6F85-49C3-B5E4-1EF96997CC11}"/>
    <dgm:cxn modelId="{3A97ADC7-DB0F-4CBE-B6FC-FF4888DE6348}" srcId="{E4D2777C-18FC-4AF2-A233-3F8918A81C5A}" destId="{1C77006E-74A8-448B-B990-BCD2479E95F1}" srcOrd="0" destOrd="0" parTransId="{59FF2D3F-9BF8-4229-9F6C-65654687F087}" sibTransId="{86C1C515-E88C-4CA3-99E8-A00A5A91F4C2}"/>
    <dgm:cxn modelId="{12C11EAB-E168-4686-8B62-74F2948D96AF}" type="presParOf" srcId="{4F662C6B-B8D6-4E20-8B24-683E44109813}" destId="{5838D047-DE93-43B0-A4EF-B4BF2C5D1876}" srcOrd="0" destOrd="0" presId="urn:microsoft.com/office/officeart/2005/8/layout/hierarchy4"/>
    <dgm:cxn modelId="{7527EF97-2746-40A7-9520-EBFA32461BED}" type="presParOf" srcId="{5838D047-DE93-43B0-A4EF-B4BF2C5D1876}" destId="{DD3BF563-670F-4052-A3B6-751EBE9A6DC3}" srcOrd="0" destOrd="0" presId="urn:microsoft.com/office/officeart/2005/8/layout/hierarchy4"/>
    <dgm:cxn modelId="{B7834A4F-82DE-42EC-99B0-C79E1ECC8569}" type="presParOf" srcId="{5838D047-DE93-43B0-A4EF-B4BF2C5D1876}" destId="{A40AE251-3FF6-4FEB-8400-33068DC1BBB3}" srcOrd="1" destOrd="0" presId="urn:microsoft.com/office/officeart/2005/8/layout/hierarchy4"/>
    <dgm:cxn modelId="{5994A146-D8F1-4795-AF7E-0AEF4AE4256E}" type="presParOf" srcId="{5838D047-DE93-43B0-A4EF-B4BF2C5D1876}" destId="{FAE53D2F-7E34-4A91-A5E2-8F9B725892A8}" srcOrd="2" destOrd="0" presId="urn:microsoft.com/office/officeart/2005/8/layout/hierarchy4"/>
    <dgm:cxn modelId="{8AC8A4D9-FAA4-453C-A0D3-3040759753F0}" type="presParOf" srcId="{FAE53D2F-7E34-4A91-A5E2-8F9B725892A8}" destId="{7ECB716F-929B-4F4F-B629-A3BEE85FBDA3}" srcOrd="0" destOrd="0" presId="urn:microsoft.com/office/officeart/2005/8/layout/hierarchy4"/>
    <dgm:cxn modelId="{B5686D70-DB93-4D4E-811E-03C3369BAD41}" type="presParOf" srcId="{7ECB716F-929B-4F4F-B629-A3BEE85FBDA3}" destId="{E078CF96-FA3F-46D7-BB36-859709478382}" srcOrd="0" destOrd="0" presId="urn:microsoft.com/office/officeart/2005/8/layout/hierarchy4"/>
    <dgm:cxn modelId="{C88D22E8-A6B2-43D2-906D-6F14197B7E99}" type="presParOf" srcId="{7ECB716F-929B-4F4F-B629-A3BEE85FBDA3}" destId="{739EB646-1000-4A0E-ABE5-FCFE76A75663}" srcOrd="1" destOrd="0" presId="urn:microsoft.com/office/officeart/2005/8/layout/hierarchy4"/>
    <dgm:cxn modelId="{35024101-567B-48D1-901E-F5284AF34499}" type="presParOf" srcId="{7ECB716F-929B-4F4F-B629-A3BEE85FBDA3}" destId="{E0AB13D6-5A78-438B-8FD5-71D6E44DFD22}" srcOrd="2" destOrd="0" presId="urn:microsoft.com/office/officeart/2005/8/layout/hierarchy4"/>
    <dgm:cxn modelId="{E32ECC34-85DB-4D32-8453-C6AD8F04719E}" type="presParOf" srcId="{E0AB13D6-5A78-438B-8FD5-71D6E44DFD22}" destId="{D4E6C40C-B29E-4A8C-B0DF-451C9EEDDE90}" srcOrd="0" destOrd="0" presId="urn:microsoft.com/office/officeart/2005/8/layout/hierarchy4"/>
    <dgm:cxn modelId="{6DF29739-509D-4CD7-ADD1-0A4E45417949}" type="presParOf" srcId="{D4E6C40C-B29E-4A8C-B0DF-451C9EEDDE90}" destId="{03147C4A-6CFC-46D8-88DB-EB7F019781EB}" srcOrd="0" destOrd="0" presId="urn:microsoft.com/office/officeart/2005/8/layout/hierarchy4"/>
    <dgm:cxn modelId="{B778B412-7E67-45E3-9D2E-59EFF24F1F7C}" type="presParOf" srcId="{D4E6C40C-B29E-4A8C-B0DF-451C9EEDDE90}" destId="{B1B88C44-9DF0-4D48-AE28-1EC97E9EDCA7}" srcOrd="1" destOrd="0" presId="urn:microsoft.com/office/officeart/2005/8/layout/hierarchy4"/>
    <dgm:cxn modelId="{45807004-8502-4720-8E88-BB8672D039B5}" type="presParOf" srcId="{E0AB13D6-5A78-438B-8FD5-71D6E44DFD22}" destId="{1E78447B-F5C1-4AD8-BB1E-CA452F6CEE59}" srcOrd="1" destOrd="0" presId="urn:microsoft.com/office/officeart/2005/8/layout/hierarchy4"/>
    <dgm:cxn modelId="{CB6CD8B0-22EE-4E61-A083-7A9B18115419}" type="presParOf" srcId="{E0AB13D6-5A78-438B-8FD5-71D6E44DFD22}" destId="{78C16CE5-E231-49C6-BB0F-C6E66628402D}" srcOrd="2" destOrd="0" presId="urn:microsoft.com/office/officeart/2005/8/layout/hierarchy4"/>
    <dgm:cxn modelId="{AA6E067F-8C04-4372-95F0-2A961097060C}" type="presParOf" srcId="{78C16CE5-E231-49C6-BB0F-C6E66628402D}" destId="{D7FEC103-1B84-4628-AD92-514F66602497}" srcOrd="0" destOrd="0" presId="urn:microsoft.com/office/officeart/2005/8/layout/hierarchy4"/>
    <dgm:cxn modelId="{D1536B59-E2BB-49D9-925E-67DF04EE5297}" type="presParOf" srcId="{78C16CE5-E231-49C6-BB0F-C6E66628402D}" destId="{4BFE3C29-8041-4E63-BDDD-54AD5853F206}" srcOrd="1" destOrd="0" presId="urn:microsoft.com/office/officeart/2005/8/layout/hierarchy4"/>
    <dgm:cxn modelId="{E57836AD-E582-46A7-9AB3-C23B88031F5B}" type="presParOf" srcId="{FAE53D2F-7E34-4A91-A5E2-8F9B725892A8}" destId="{FE5B19EF-B6A6-4371-ACDE-11DA6DE39FA6}" srcOrd="1" destOrd="0" presId="urn:microsoft.com/office/officeart/2005/8/layout/hierarchy4"/>
    <dgm:cxn modelId="{05EDD2CA-A045-494A-9C21-7B9BCB51AC9E}" type="presParOf" srcId="{FAE53D2F-7E34-4A91-A5E2-8F9B725892A8}" destId="{8AF3B6F0-1F0F-43D1-AEA9-33CFCDC894A1}" srcOrd="2" destOrd="0" presId="urn:microsoft.com/office/officeart/2005/8/layout/hierarchy4"/>
    <dgm:cxn modelId="{71B9B2FF-772C-4512-9ACE-86DD0356C66C}" type="presParOf" srcId="{8AF3B6F0-1F0F-43D1-AEA9-33CFCDC894A1}" destId="{7358F8EE-91DF-4A37-9118-1234E007356C}" srcOrd="0" destOrd="0" presId="urn:microsoft.com/office/officeart/2005/8/layout/hierarchy4"/>
    <dgm:cxn modelId="{88C074AE-4187-4FB9-A8CF-6C2EDC6F305C}" type="presParOf" srcId="{8AF3B6F0-1F0F-43D1-AEA9-33CFCDC894A1}" destId="{20B3C5D9-4060-4E40-8A15-9BE8DF9C9B08}" srcOrd="1" destOrd="0" presId="urn:microsoft.com/office/officeart/2005/8/layout/hierarchy4"/>
    <dgm:cxn modelId="{9CB8F469-7FFA-4827-BE46-AAEE74EFA2AC}" type="presParOf" srcId="{8AF3B6F0-1F0F-43D1-AEA9-33CFCDC894A1}" destId="{2B90393F-E903-419A-AD2B-AE77481DEE78}" srcOrd="2" destOrd="0" presId="urn:microsoft.com/office/officeart/2005/8/layout/hierarchy4"/>
    <dgm:cxn modelId="{FF329CA4-122D-4FC0-BF32-8775F7A8FF22}" type="presParOf" srcId="{2B90393F-E903-419A-AD2B-AE77481DEE78}" destId="{BFEE59E1-0D64-4A9A-802F-811867331D04}" srcOrd="0" destOrd="0" presId="urn:microsoft.com/office/officeart/2005/8/layout/hierarchy4"/>
    <dgm:cxn modelId="{12C7CF3E-3815-433F-894C-8AEAF2581FF5}" type="presParOf" srcId="{BFEE59E1-0D64-4A9A-802F-811867331D04}" destId="{91CDC645-C920-45FC-A757-452E7C0BD2A5}" srcOrd="0" destOrd="0" presId="urn:microsoft.com/office/officeart/2005/8/layout/hierarchy4"/>
    <dgm:cxn modelId="{69A22497-1265-42F7-BB15-073F799A3D4F}" type="presParOf" srcId="{BFEE59E1-0D64-4A9A-802F-811867331D04}" destId="{A88C10F1-8B27-4298-8AD5-2AC0B85B43D8}"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4D2777C-18FC-4AF2-A233-3F8918A81C5A}" type="doc">
      <dgm:prSet loTypeId="urn:microsoft.com/office/officeart/2005/8/layout/hierarchy4" loCatId="relationship" qsTypeId="urn:microsoft.com/office/officeart/2005/8/quickstyle/simple1" qsCatId="simple" csTypeId="urn:microsoft.com/office/officeart/2005/8/colors/colorful5" csCatId="colorful" phldr="1"/>
      <dgm:spPr/>
      <dgm:t>
        <a:bodyPr/>
        <a:lstStyle/>
        <a:p>
          <a:endParaRPr lang="es-AR"/>
        </a:p>
      </dgm:t>
    </dgm:pt>
    <dgm:pt modelId="{1C77006E-74A8-448B-B990-BCD2479E95F1}">
      <dgm:prSet phldrT="[Texto]" phldr="0"/>
      <dgm:spPr>
        <a:solidFill>
          <a:schemeClr val="tx2">
            <a:lumMod val="50000"/>
          </a:schemeClr>
        </a:solidFill>
      </dgm:spPr>
      <dgm:t>
        <a:bodyPr/>
        <a:lstStyle/>
        <a:p>
          <a:r>
            <a:rPr lang="es-AR" dirty="0"/>
            <a:t>Propósito: Diseñar la arquitectura global de datos: modelos, flujos, plataformas y estándares.</a:t>
          </a:r>
        </a:p>
      </dgm:t>
    </dgm:pt>
    <dgm:pt modelId="{59FF2D3F-9BF8-4229-9F6C-65654687F087}" type="parTrans" cxnId="{3A97ADC7-DB0F-4CBE-B6FC-FF4888DE6348}">
      <dgm:prSet/>
      <dgm:spPr/>
      <dgm:t>
        <a:bodyPr/>
        <a:lstStyle/>
        <a:p>
          <a:endParaRPr lang="es-AR"/>
        </a:p>
      </dgm:t>
    </dgm:pt>
    <dgm:pt modelId="{86C1C515-E88C-4CA3-99E8-A00A5A91F4C2}" type="sibTrans" cxnId="{3A97ADC7-DB0F-4CBE-B6FC-FF4888DE6348}">
      <dgm:prSet/>
      <dgm:spPr/>
      <dgm:t>
        <a:bodyPr/>
        <a:lstStyle/>
        <a:p>
          <a:endParaRPr lang="es-AR"/>
        </a:p>
      </dgm:t>
    </dgm:pt>
    <dgm:pt modelId="{6EC3763E-36A2-4817-B2E6-718BE9B6C0B7}">
      <dgm:prSet phldrT="[Texto]" phldr="0"/>
      <dgm:spPr>
        <a:solidFill>
          <a:srgbClr val="FF6600"/>
        </a:solidFill>
      </dgm:spPr>
      <dgm:t>
        <a:bodyPr/>
        <a:lstStyle/>
        <a:p>
          <a:r>
            <a:rPr lang="es-AR" dirty="0"/>
            <a:t>Responsabilidades Clave: Diseño de modelos, elección de tecnologías, definición de flujos y políticas.</a:t>
          </a:r>
        </a:p>
      </dgm:t>
    </dgm:pt>
    <dgm:pt modelId="{BE438DB4-2503-4A06-B555-8BF5B57912E1}" type="parTrans" cxnId="{DA09CF44-0084-4BE6-AB4A-B75E25E2E3E9}">
      <dgm:prSet/>
      <dgm:spPr/>
      <dgm:t>
        <a:bodyPr/>
        <a:lstStyle/>
        <a:p>
          <a:endParaRPr lang="es-AR"/>
        </a:p>
      </dgm:t>
    </dgm:pt>
    <dgm:pt modelId="{CDB09F0E-A90F-44D5-B613-735541A045C6}" type="sibTrans" cxnId="{DA09CF44-0084-4BE6-AB4A-B75E25E2E3E9}">
      <dgm:prSet/>
      <dgm:spPr/>
      <dgm:t>
        <a:bodyPr/>
        <a:lstStyle/>
        <a:p>
          <a:endParaRPr lang="es-AR"/>
        </a:p>
      </dgm:t>
    </dgm:pt>
    <dgm:pt modelId="{C8816892-DEB4-403F-AB03-1F441738A3D1}">
      <dgm:prSet phldrT="[Texto]" phldr="0"/>
      <dgm:spPr/>
      <dgm:t>
        <a:bodyPr/>
        <a:lstStyle/>
        <a:p>
          <a:r>
            <a:rPr lang="es-AR" dirty="0"/>
            <a:t>Relación con el ciclo de vida del dato: Diseño global del ciclo.</a:t>
          </a:r>
        </a:p>
      </dgm:t>
    </dgm:pt>
    <dgm:pt modelId="{C197179A-C69E-4DBF-80D9-973B470F1D96}" type="parTrans" cxnId="{986F5A0D-75C1-433E-8EE8-1E0BF6FEF791}">
      <dgm:prSet/>
      <dgm:spPr/>
      <dgm:t>
        <a:bodyPr/>
        <a:lstStyle/>
        <a:p>
          <a:endParaRPr lang="es-AR"/>
        </a:p>
      </dgm:t>
    </dgm:pt>
    <dgm:pt modelId="{43C3B7B1-3DEA-44AF-A580-A9E84FA363F4}" type="sibTrans" cxnId="{986F5A0D-75C1-433E-8EE8-1E0BF6FEF791}">
      <dgm:prSet/>
      <dgm:spPr/>
      <dgm:t>
        <a:bodyPr/>
        <a:lstStyle/>
        <a:p>
          <a:endParaRPr lang="es-AR"/>
        </a:p>
      </dgm:t>
    </dgm:pt>
    <dgm:pt modelId="{64CC4ADA-1A90-43DF-9E5A-2FBB4D934922}">
      <dgm:prSet phldrT="[Texto]" phldr="0"/>
      <dgm:spPr>
        <a:solidFill>
          <a:srgbClr val="990000"/>
        </a:solidFill>
      </dgm:spPr>
      <dgm:t>
        <a:bodyPr/>
        <a:lstStyle/>
        <a:p>
          <a:r>
            <a:rPr lang="es-AR" dirty="0"/>
            <a:t>Enfoque: Técnico estratégico.</a:t>
          </a:r>
        </a:p>
      </dgm:t>
    </dgm:pt>
    <dgm:pt modelId="{C01BC92E-A7C0-4784-830C-B14124832EE3}" type="parTrans" cxnId="{3F015CB5-DA6F-45FF-819D-325FF7103FAE}">
      <dgm:prSet/>
      <dgm:spPr/>
      <dgm:t>
        <a:bodyPr/>
        <a:lstStyle/>
        <a:p>
          <a:endParaRPr lang="es-AR"/>
        </a:p>
      </dgm:t>
    </dgm:pt>
    <dgm:pt modelId="{BE00F6AC-3EE1-4F35-9978-5088829B02DD}" type="sibTrans" cxnId="{3F015CB5-DA6F-45FF-819D-325FF7103FAE}">
      <dgm:prSet/>
      <dgm:spPr/>
      <dgm:t>
        <a:bodyPr/>
        <a:lstStyle/>
        <a:p>
          <a:endParaRPr lang="es-AR"/>
        </a:p>
      </dgm:t>
    </dgm:pt>
    <dgm:pt modelId="{5A073B1E-EBF7-4E47-947C-81AD747F4136}">
      <dgm:prSet phldrT="[Texto]" phldr="0"/>
      <dgm:spPr/>
      <dgm:t>
        <a:bodyPr/>
        <a:lstStyle/>
        <a:p>
          <a:r>
            <a:rPr lang="es-AR" dirty="0"/>
            <a:t>Competencias: Modelado conceptual/lógico/físico, diseño de plataformas, </a:t>
          </a:r>
          <a:r>
            <a:rPr lang="es-AR" dirty="0" err="1"/>
            <a:t>cloud</a:t>
          </a:r>
          <a:r>
            <a:rPr lang="es-AR" dirty="0"/>
            <a:t>, integración.</a:t>
          </a:r>
        </a:p>
      </dgm:t>
    </dgm:pt>
    <dgm:pt modelId="{29C01DE6-3454-4199-B9D8-AFC1187222EC}" type="parTrans" cxnId="{4C185E51-C72A-4885-8CAB-8F147C024653}">
      <dgm:prSet/>
      <dgm:spPr/>
      <dgm:t>
        <a:bodyPr/>
        <a:lstStyle/>
        <a:p>
          <a:endParaRPr lang="es-AR"/>
        </a:p>
      </dgm:t>
    </dgm:pt>
    <dgm:pt modelId="{648B3F19-BF38-4595-AE00-66E7087E6F4B}" type="sibTrans" cxnId="{4C185E51-C72A-4885-8CAB-8F147C024653}">
      <dgm:prSet/>
      <dgm:spPr/>
      <dgm:t>
        <a:bodyPr/>
        <a:lstStyle/>
        <a:p>
          <a:endParaRPr lang="es-AR"/>
        </a:p>
      </dgm:t>
    </dgm:pt>
    <dgm:pt modelId="{A947B6D4-2923-43B6-9D73-AD8A8E005633}">
      <dgm:prSet phldrT="[Texto]" phldr="0"/>
      <dgm:spPr>
        <a:solidFill>
          <a:srgbClr val="7030A0"/>
        </a:solidFill>
      </dgm:spPr>
      <dgm:t>
        <a:bodyPr/>
        <a:lstStyle/>
        <a:p>
          <a:r>
            <a:rPr lang="es-AR" dirty="0"/>
            <a:t>Destinatarios de su trabajo: Ingenieros, científicos, líderes técnicos.</a:t>
          </a:r>
        </a:p>
      </dgm:t>
    </dgm:pt>
    <dgm:pt modelId="{56939FF0-4C26-467D-B7ED-79C67A6D27DC}" type="parTrans" cxnId="{762188C3-7887-49E9-A8E5-F56E3C2EE72A}">
      <dgm:prSet/>
      <dgm:spPr/>
      <dgm:t>
        <a:bodyPr/>
        <a:lstStyle/>
        <a:p>
          <a:endParaRPr lang="es-AR"/>
        </a:p>
      </dgm:t>
    </dgm:pt>
    <dgm:pt modelId="{C5AB0775-6F85-49C3-B5E4-1EF96997CC11}" type="sibTrans" cxnId="{762188C3-7887-49E9-A8E5-F56E3C2EE72A}">
      <dgm:prSet/>
      <dgm:spPr/>
      <dgm:t>
        <a:bodyPr/>
        <a:lstStyle/>
        <a:p>
          <a:endParaRPr lang="es-AR"/>
        </a:p>
      </dgm:t>
    </dgm:pt>
    <dgm:pt modelId="{4F662C6B-B8D6-4E20-8B24-683E44109813}" type="pres">
      <dgm:prSet presAssocID="{E4D2777C-18FC-4AF2-A233-3F8918A81C5A}" presName="Name0" presStyleCnt="0">
        <dgm:presLayoutVars>
          <dgm:chPref val="1"/>
          <dgm:dir/>
          <dgm:animOne val="branch"/>
          <dgm:animLvl val="lvl"/>
          <dgm:resizeHandles/>
        </dgm:presLayoutVars>
      </dgm:prSet>
      <dgm:spPr/>
    </dgm:pt>
    <dgm:pt modelId="{5838D047-DE93-43B0-A4EF-B4BF2C5D1876}" type="pres">
      <dgm:prSet presAssocID="{1C77006E-74A8-448B-B990-BCD2479E95F1}" presName="vertOne" presStyleCnt="0"/>
      <dgm:spPr/>
    </dgm:pt>
    <dgm:pt modelId="{DD3BF563-670F-4052-A3B6-751EBE9A6DC3}" type="pres">
      <dgm:prSet presAssocID="{1C77006E-74A8-448B-B990-BCD2479E95F1}" presName="txOne" presStyleLbl="node0" presStyleIdx="0" presStyleCnt="1">
        <dgm:presLayoutVars>
          <dgm:chPref val="3"/>
        </dgm:presLayoutVars>
      </dgm:prSet>
      <dgm:spPr/>
    </dgm:pt>
    <dgm:pt modelId="{A40AE251-3FF6-4FEB-8400-33068DC1BBB3}" type="pres">
      <dgm:prSet presAssocID="{1C77006E-74A8-448B-B990-BCD2479E95F1}" presName="parTransOne" presStyleCnt="0"/>
      <dgm:spPr/>
    </dgm:pt>
    <dgm:pt modelId="{FAE53D2F-7E34-4A91-A5E2-8F9B725892A8}" type="pres">
      <dgm:prSet presAssocID="{1C77006E-74A8-448B-B990-BCD2479E95F1}" presName="horzOne" presStyleCnt="0"/>
      <dgm:spPr/>
    </dgm:pt>
    <dgm:pt modelId="{7ECB716F-929B-4F4F-B629-A3BEE85FBDA3}" type="pres">
      <dgm:prSet presAssocID="{6EC3763E-36A2-4817-B2E6-718BE9B6C0B7}" presName="vertTwo" presStyleCnt="0"/>
      <dgm:spPr/>
    </dgm:pt>
    <dgm:pt modelId="{E078CF96-FA3F-46D7-BB36-859709478382}" type="pres">
      <dgm:prSet presAssocID="{6EC3763E-36A2-4817-B2E6-718BE9B6C0B7}" presName="txTwo" presStyleLbl="node2" presStyleIdx="0" presStyleCnt="2">
        <dgm:presLayoutVars>
          <dgm:chPref val="3"/>
        </dgm:presLayoutVars>
      </dgm:prSet>
      <dgm:spPr/>
    </dgm:pt>
    <dgm:pt modelId="{739EB646-1000-4A0E-ABE5-FCFE76A75663}" type="pres">
      <dgm:prSet presAssocID="{6EC3763E-36A2-4817-B2E6-718BE9B6C0B7}" presName="parTransTwo" presStyleCnt="0"/>
      <dgm:spPr/>
    </dgm:pt>
    <dgm:pt modelId="{E0AB13D6-5A78-438B-8FD5-71D6E44DFD22}" type="pres">
      <dgm:prSet presAssocID="{6EC3763E-36A2-4817-B2E6-718BE9B6C0B7}" presName="horzTwo" presStyleCnt="0"/>
      <dgm:spPr/>
    </dgm:pt>
    <dgm:pt modelId="{D4E6C40C-B29E-4A8C-B0DF-451C9EEDDE90}" type="pres">
      <dgm:prSet presAssocID="{C8816892-DEB4-403F-AB03-1F441738A3D1}" presName="vertThree" presStyleCnt="0"/>
      <dgm:spPr/>
    </dgm:pt>
    <dgm:pt modelId="{03147C4A-6CFC-46D8-88DB-EB7F019781EB}" type="pres">
      <dgm:prSet presAssocID="{C8816892-DEB4-403F-AB03-1F441738A3D1}" presName="txThree" presStyleLbl="node3" presStyleIdx="0" presStyleCnt="3">
        <dgm:presLayoutVars>
          <dgm:chPref val="3"/>
        </dgm:presLayoutVars>
      </dgm:prSet>
      <dgm:spPr/>
    </dgm:pt>
    <dgm:pt modelId="{B1B88C44-9DF0-4D48-AE28-1EC97E9EDCA7}" type="pres">
      <dgm:prSet presAssocID="{C8816892-DEB4-403F-AB03-1F441738A3D1}" presName="horzThree" presStyleCnt="0"/>
      <dgm:spPr/>
    </dgm:pt>
    <dgm:pt modelId="{1E78447B-F5C1-4AD8-BB1E-CA452F6CEE59}" type="pres">
      <dgm:prSet presAssocID="{43C3B7B1-3DEA-44AF-A580-A9E84FA363F4}" presName="sibSpaceThree" presStyleCnt="0"/>
      <dgm:spPr/>
    </dgm:pt>
    <dgm:pt modelId="{78C16CE5-E231-49C6-BB0F-C6E66628402D}" type="pres">
      <dgm:prSet presAssocID="{64CC4ADA-1A90-43DF-9E5A-2FBB4D934922}" presName="vertThree" presStyleCnt="0"/>
      <dgm:spPr/>
    </dgm:pt>
    <dgm:pt modelId="{D7FEC103-1B84-4628-AD92-514F66602497}" type="pres">
      <dgm:prSet presAssocID="{64CC4ADA-1A90-43DF-9E5A-2FBB4D934922}" presName="txThree" presStyleLbl="node3" presStyleIdx="1" presStyleCnt="3">
        <dgm:presLayoutVars>
          <dgm:chPref val="3"/>
        </dgm:presLayoutVars>
      </dgm:prSet>
      <dgm:spPr/>
    </dgm:pt>
    <dgm:pt modelId="{4BFE3C29-8041-4E63-BDDD-54AD5853F206}" type="pres">
      <dgm:prSet presAssocID="{64CC4ADA-1A90-43DF-9E5A-2FBB4D934922}" presName="horzThree" presStyleCnt="0"/>
      <dgm:spPr/>
    </dgm:pt>
    <dgm:pt modelId="{FE5B19EF-B6A6-4371-ACDE-11DA6DE39FA6}" type="pres">
      <dgm:prSet presAssocID="{CDB09F0E-A90F-44D5-B613-735541A045C6}" presName="sibSpaceTwo" presStyleCnt="0"/>
      <dgm:spPr/>
    </dgm:pt>
    <dgm:pt modelId="{8AF3B6F0-1F0F-43D1-AEA9-33CFCDC894A1}" type="pres">
      <dgm:prSet presAssocID="{5A073B1E-EBF7-4E47-947C-81AD747F4136}" presName="vertTwo" presStyleCnt="0"/>
      <dgm:spPr/>
    </dgm:pt>
    <dgm:pt modelId="{7358F8EE-91DF-4A37-9118-1234E007356C}" type="pres">
      <dgm:prSet presAssocID="{5A073B1E-EBF7-4E47-947C-81AD747F4136}" presName="txTwo" presStyleLbl="node2" presStyleIdx="1" presStyleCnt="2">
        <dgm:presLayoutVars>
          <dgm:chPref val="3"/>
        </dgm:presLayoutVars>
      </dgm:prSet>
      <dgm:spPr/>
    </dgm:pt>
    <dgm:pt modelId="{20B3C5D9-4060-4E40-8A15-9BE8DF9C9B08}" type="pres">
      <dgm:prSet presAssocID="{5A073B1E-EBF7-4E47-947C-81AD747F4136}" presName="parTransTwo" presStyleCnt="0"/>
      <dgm:spPr/>
    </dgm:pt>
    <dgm:pt modelId="{2B90393F-E903-419A-AD2B-AE77481DEE78}" type="pres">
      <dgm:prSet presAssocID="{5A073B1E-EBF7-4E47-947C-81AD747F4136}" presName="horzTwo" presStyleCnt="0"/>
      <dgm:spPr/>
    </dgm:pt>
    <dgm:pt modelId="{BFEE59E1-0D64-4A9A-802F-811867331D04}" type="pres">
      <dgm:prSet presAssocID="{A947B6D4-2923-43B6-9D73-AD8A8E005633}" presName="vertThree" presStyleCnt="0"/>
      <dgm:spPr/>
    </dgm:pt>
    <dgm:pt modelId="{91CDC645-C920-45FC-A757-452E7C0BD2A5}" type="pres">
      <dgm:prSet presAssocID="{A947B6D4-2923-43B6-9D73-AD8A8E005633}" presName="txThree" presStyleLbl="node3" presStyleIdx="2" presStyleCnt="3">
        <dgm:presLayoutVars>
          <dgm:chPref val="3"/>
        </dgm:presLayoutVars>
      </dgm:prSet>
      <dgm:spPr/>
    </dgm:pt>
    <dgm:pt modelId="{A88C10F1-8B27-4298-8AD5-2AC0B85B43D8}" type="pres">
      <dgm:prSet presAssocID="{A947B6D4-2923-43B6-9D73-AD8A8E005633}" presName="horzThree" presStyleCnt="0"/>
      <dgm:spPr/>
    </dgm:pt>
  </dgm:ptLst>
  <dgm:cxnLst>
    <dgm:cxn modelId="{E9166205-D21E-4986-9CB1-1945E2074D38}" type="presOf" srcId="{1C77006E-74A8-448B-B990-BCD2479E95F1}" destId="{DD3BF563-670F-4052-A3B6-751EBE9A6DC3}" srcOrd="0" destOrd="0" presId="urn:microsoft.com/office/officeart/2005/8/layout/hierarchy4"/>
    <dgm:cxn modelId="{986F5A0D-75C1-433E-8EE8-1E0BF6FEF791}" srcId="{6EC3763E-36A2-4817-B2E6-718BE9B6C0B7}" destId="{C8816892-DEB4-403F-AB03-1F441738A3D1}" srcOrd="0" destOrd="0" parTransId="{C197179A-C69E-4DBF-80D9-973B470F1D96}" sibTransId="{43C3B7B1-3DEA-44AF-A580-A9E84FA363F4}"/>
    <dgm:cxn modelId="{A7DE2628-ACD3-4C17-B3D0-5DC616DC2F1C}" type="presOf" srcId="{A947B6D4-2923-43B6-9D73-AD8A8E005633}" destId="{91CDC645-C920-45FC-A757-452E7C0BD2A5}" srcOrd="0" destOrd="0" presId="urn:microsoft.com/office/officeart/2005/8/layout/hierarchy4"/>
    <dgm:cxn modelId="{DA09CF44-0084-4BE6-AB4A-B75E25E2E3E9}" srcId="{1C77006E-74A8-448B-B990-BCD2479E95F1}" destId="{6EC3763E-36A2-4817-B2E6-718BE9B6C0B7}" srcOrd="0" destOrd="0" parTransId="{BE438DB4-2503-4A06-B555-8BF5B57912E1}" sibTransId="{CDB09F0E-A90F-44D5-B613-735541A045C6}"/>
    <dgm:cxn modelId="{4C185E51-C72A-4885-8CAB-8F147C024653}" srcId="{1C77006E-74A8-448B-B990-BCD2479E95F1}" destId="{5A073B1E-EBF7-4E47-947C-81AD747F4136}" srcOrd="1" destOrd="0" parTransId="{29C01DE6-3454-4199-B9D8-AFC1187222EC}" sibTransId="{648B3F19-BF38-4595-AE00-66E7087E6F4B}"/>
    <dgm:cxn modelId="{3B149F7B-3910-4710-8E42-94050E1B9188}" type="presOf" srcId="{6EC3763E-36A2-4817-B2E6-718BE9B6C0B7}" destId="{E078CF96-FA3F-46D7-BB36-859709478382}" srcOrd="0" destOrd="0" presId="urn:microsoft.com/office/officeart/2005/8/layout/hierarchy4"/>
    <dgm:cxn modelId="{EB9A518B-2899-4CD2-B8AE-BE9241EBA19C}" type="presOf" srcId="{64CC4ADA-1A90-43DF-9E5A-2FBB4D934922}" destId="{D7FEC103-1B84-4628-AD92-514F66602497}" srcOrd="0" destOrd="0" presId="urn:microsoft.com/office/officeart/2005/8/layout/hierarchy4"/>
    <dgm:cxn modelId="{3674CF93-E765-4DD4-A172-D1E6450080CA}" type="presOf" srcId="{E4D2777C-18FC-4AF2-A233-3F8918A81C5A}" destId="{4F662C6B-B8D6-4E20-8B24-683E44109813}" srcOrd="0" destOrd="0" presId="urn:microsoft.com/office/officeart/2005/8/layout/hierarchy4"/>
    <dgm:cxn modelId="{437C36A5-65A5-4AAD-AD7E-77720A22B925}" type="presOf" srcId="{5A073B1E-EBF7-4E47-947C-81AD747F4136}" destId="{7358F8EE-91DF-4A37-9118-1234E007356C}" srcOrd="0" destOrd="0" presId="urn:microsoft.com/office/officeart/2005/8/layout/hierarchy4"/>
    <dgm:cxn modelId="{3F015CB5-DA6F-45FF-819D-325FF7103FAE}" srcId="{6EC3763E-36A2-4817-B2E6-718BE9B6C0B7}" destId="{64CC4ADA-1A90-43DF-9E5A-2FBB4D934922}" srcOrd="1" destOrd="0" parTransId="{C01BC92E-A7C0-4784-830C-B14124832EE3}" sibTransId="{BE00F6AC-3EE1-4F35-9978-5088829B02DD}"/>
    <dgm:cxn modelId="{3B124EBB-84DA-44C6-B9A8-1F6331F4AD79}" type="presOf" srcId="{C8816892-DEB4-403F-AB03-1F441738A3D1}" destId="{03147C4A-6CFC-46D8-88DB-EB7F019781EB}" srcOrd="0" destOrd="0" presId="urn:microsoft.com/office/officeart/2005/8/layout/hierarchy4"/>
    <dgm:cxn modelId="{762188C3-7887-49E9-A8E5-F56E3C2EE72A}" srcId="{5A073B1E-EBF7-4E47-947C-81AD747F4136}" destId="{A947B6D4-2923-43B6-9D73-AD8A8E005633}" srcOrd="0" destOrd="0" parTransId="{56939FF0-4C26-467D-B7ED-79C67A6D27DC}" sibTransId="{C5AB0775-6F85-49C3-B5E4-1EF96997CC11}"/>
    <dgm:cxn modelId="{3A97ADC7-DB0F-4CBE-B6FC-FF4888DE6348}" srcId="{E4D2777C-18FC-4AF2-A233-3F8918A81C5A}" destId="{1C77006E-74A8-448B-B990-BCD2479E95F1}" srcOrd="0" destOrd="0" parTransId="{59FF2D3F-9BF8-4229-9F6C-65654687F087}" sibTransId="{86C1C515-E88C-4CA3-99E8-A00A5A91F4C2}"/>
    <dgm:cxn modelId="{12C11EAB-E168-4686-8B62-74F2948D96AF}" type="presParOf" srcId="{4F662C6B-B8D6-4E20-8B24-683E44109813}" destId="{5838D047-DE93-43B0-A4EF-B4BF2C5D1876}" srcOrd="0" destOrd="0" presId="urn:microsoft.com/office/officeart/2005/8/layout/hierarchy4"/>
    <dgm:cxn modelId="{7527EF97-2746-40A7-9520-EBFA32461BED}" type="presParOf" srcId="{5838D047-DE93-43B0-A4EF-B4BF2C5D1876}" destId="{DD3BF563-670F-4052-A3B6-751EBE9A6DC3}" srcOrd="0" destOrd="0" presId="urn:microsoft.com/office/officeart/2005/8/layout/hierarchy4"/>
    <dgm:cxn modelId="{B7834A4F-82DE-42EC-99B0-C79E1ECC8569}" type="presParOf" srcId="{5838D047-DE93-43B0-A4EF-B4BF2C5D1876}" destId="{A40AE251-3FF6-4FEB-8400-33068DC1BBB3}" srcOrd="1" destOrd="0" presId="urn:microsoft.com/office/officeart/2005/8/layout/hierarchy4"/>
    <dgm:cxn modelId="{5994A146-D8F1-4795-AF7E-0AEF4AE4256E}" type="presParOf" srcId="{5838D047-DE93-43B0-A4EF-B4BF2C5D1876}" destId="{FAE53D2F-7E34-4A91-A5E2-8F9B725892A8}" srcOrd="2" destOrd="0" presId="urn:microsoft.com/office/officeart/2005/8/layout/hierarchy4"/>
    <dgm:cxn modelId="{8AC8A4D9-FAA4-453C-A0D3-3040759753F0}" type="presParOf" srcId="{FAE53D2F-7E34-4A91-A5E2-8F9B725892A8}" destId="{7ECB716F-929B-4F4F-B629-A3BEE85FBDA3}" srcOrd="0" destOrd="0" presId="urn:microsoft.com/office/officeart/2005/8/layout/hierarchy4"/>
    <dgm:cxn modelId="{B5686D70-DB93-4D4E-811E-03C3369BAD41}" type="presParOf" srcId="{7ECB716F-929B-4F4F-B629-A3BEE85FBDA3}" destId="{E078CF96-FA3F-46D7-BB36-859709478382}" srcOrd="0" destOrd="0" presId="urn:microsoft.com/office/officeart/2005/8/layout/hierarchy4"/>
    <dgm:cxn modelId="{C88D22E8-A6B2-43D2-906D-6F14197B7E99}" type="presParOf" srcId="{7ECB716F-929B-4F4F-B629-A3BEE85FBDA3}" destId="{739EB646-1000-4A0E-ABE5-FCFE76A75663}" srcOrd="1" destOrd="0" presId="urn:microsoft.com/office/officeart/2005/8/layout/hierarchy4"/>
    <dgm:cxn modelId="{35024101-567B-48D1-901E-F5284AF34499}" type="presParOf" srcId="{7ECB716F-929B-4F4F-B629-A3BEE85FBDA3}" destId="{E0AB13D6-5A78-438B-8FD5-71D6E44DFD22}" srcOrd="2" destOrd="0" presId="urn:microsoft.com/office/officeart/2005/8/layout/hierarchy4"/>
    <dgm:cxn modelId="{E32ECC34-85DB-4D32-8453-C6AD8F04719E}" type="presParOf" srcId="{E0AB13D6-5A78-438B-8FD5-71D6E44DFD22}" destId="{D4E6C40C-B29E-4A8C-B0DF-451C9EEDDE90}" srcOrd="0" destOrd="0" presId="urn:microsoft.com/office/officeart/2005/8/layout/hierarchy4"/>
    <dgm:cxn modelId="{6DF29739-509D-4CD7-ADD1-0A4E45417949}" type="presParOf" srcId="{D4E6C40C-B29E-4A8C-B0DF-451C9EEDDE90}" destId="{03147C4A-6CFC-46D8-88DB-EB7F019781EB}" srcOrd="0" destOrd="0" presId="urn:microsoft.com/office/officeart/2005/8/layout/hierarchy4"/>
    <dgm:cxn modelId="{B778B412-7E67-45E3-9D2E-59EFF24F1F7C}" type="presParOf" srcId="{D4E6C40C-B29E-4A8C-B0DF-451C9EEDDE90}" destId="{B1B88C44-9DF0-4D48-AE28-1EC97E9EDCA7}" srcOrd="1" destOrd="0" presId="urn:microsoft.com/office/officeart/2005/8/layout/hierarchy4"/>
    <dgm:cxn modelId="{45807004-8502-4720-8E88-BB8672D039B5}" type="presParOf" srcId="{E0AB13D6-5A78-438B-8FD5-71D6E44DFD22}" destId="{1E78447B-F5C1-4AD8-BB1E-CA452F6CEE59}" srcOrd="1" destOrd="0" presId="urn:microsoft.com/office/officeart/2005/8/layout/hierarchy4"/>
    <dgm:cxn modelId="{CB6CD8B0-22EE-4E61-A083-7A9B18115419}" type="presParOf" srcId="{E0AB13D6-5A78-438B-8FD5-71D6E44DFD22}" destId="{78C16CE5-E231-49C6-BB0F-C6E66628402D}" srcOrd="2" destOrd="0" presId="urn:microsoft.com/office/officeart/2005/8/layout/hierarchy4"/>
    <dgm:cxn modelId="{AA6E067F-8C04-4372-95F0-2A961097060C}" type="presParOf" srcId="{78C16CE5-E231-49C6-BB0F-C6E66628402D}" destId="{D7FEC103-1B84-4628-AD92-514F66602497}" srcOrd="0" destOrd="0" presId="urn:microsoft.com/office/officeart/2005/8/layout/hierarchy4"/>
    <dgm:cxn modelId="{D1536B59-E2BB-49D9-925E-67DF04EE5297}" type="presParOf" srcId="{78C16CE5-E231-49C6-BB0F-C6E66628402D}" destId="{4BFE3C29-8041-4E63-BDDD-54AD5853F206}" srcOrd="1" destOrd="0" presId="urn:microsoft.com/office/officeart/2005/8/layout/hierarchy4"/>
    <dgm:cxn modelId="{E57836AD-E582-46A7-9AB3-C23B88031F5B}" type="presParOf" srcId="{FAE53D2F-7E34-4A91-A5E2-8F9B725892A8}" destId="{FE5B19EF-B6A6-4371-ACDE-11DA6DE39FA6}" srcOrd="1" destOrd="0" presId="urn:microsoft.com/office/officeart/2005/8/layout/hierarchy4"/>
    <dgm:cxn modelId="{05EDD2CA-A045-494A-9C21-7B9BCB51AC9E}" type="presParOf" srcId="{FAE53D2F-7E34-4A91-A5E2-8F9B725892A8}" destId="{8AF3B6F0-1F0F-43D1-AEA9-33CFCDC894A1}" srcOrd="2" destOrd="0" presId="urn:microsoft.com/office/officeart/2005/8/layout/hierarchy4"/>
    <dgm:cxn modelId="{71B9B2FF-772C-4512-9ACE-86DD0356C66C}" type="presParOf" srcId="{8AF3B6F0-1F0F-43D1-AEA9-33CFCDC894A1}" destId="{7358F8EE-91DF-4A37-9118-1234E007356C}" srcOrd="0" destOrd="0" presId="urn:microsoft.com/office/officeart/2005/8/layout/hierarchy4"/>
    <dgm:cxn modelId="{88C074AE-4187-4FB9-A8CF-6C2EDC6F305C}" type="presParOf" srcId="{8AF3B6F0-1F0F-43D1-AEA9-33CFCDC894A1}" destId="{20B3C5D9-4060-4E40-8A15-9BE8DF9C9B08}" srcOrd="1" destOrd="0" presId="urn:microsoft.com/office/officeart/2005/8/layout/hierarchy4"/>
    <dgm:cxn modelId="{9CB8F469-7FFA-4827-BE46-AAEE74EFA2AC}" type="presParOf" srcId="{8AF3B6F0-1F0F-43D1-AEA9-33CFCDC894A1}" destId="{2B90393F-E903-419A-AD2B-AE77481DEE78}" srcOrd="2" destOrd="0" presId="urn:microsoft.com/office/officeart/2005/8/layout/hierarchy4"/>
    <dgm:cxn modelId="{FF329CA4-122D-4FC0-BF32-8775F7A8FF22}" type="presParOf" srcId="{2B90393F-E903-419A-AD2B-AE77481DEE78}" destId="{BFEE59E1-0D64-4A9A-802F-811867331D04}" srcOrd="0" destOrd="0" presId="urn:microsoft.com/office/officeart/2005/8/layout/hierarchy4"/>
    <dgm:cxn modelId="{12C7CF3E-3815-433F-894C-8AEAF2581FF5}" type="presParOf" srcId="{BFEE59E1-0D64-4A9A-802F-811867331D04}" destId="{91CDC645-C920-45FC-A757-452E7C0BD2A5}" srcOrd="0" destOrd="0" presId="urn:microsoft.com/office/officeart/2005/8/layout/hierarchy4"/>
    <dgm:cxn modelId="{69A22497-1265-42F7-BB15-073F799A3D4F}" type="presParOf" srcId="{BFEE59E1-0D64-4A9A-802F-811867331D04}" destId="{A88C10F1-8B27-4298-8AD5-2AC0B85B43D8}"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4D2777C-18FC-4AF2-A233-3F8918A81C5A}" type="doc">
      <dgm:prSet loTypeId="urn:microsoft.com/office/officeart/2005/8/layout/hierarchy4" loCatId="relationship" qsTypeId="urn:microsoft.com/office/officeart/2005/8/quickstyle/simple1" qsCatId="simple" csTypeId="urn:microsoft.com/office/officeart/2005/8/colors/colorful5" csCatId="colorful" phldr="1"/>
      <dgm:spPr/>
      <dgm:t>
        <a:bodyPr/>
        <a:lstStyle/>
        <a:p>
          <a:endParaRPr lang="es-AR"/>
        </a:p>
      </dgm:t>
    </dgm:pt>
    <dgm:pt modelId="{1C77006E-74A8-448B-B990-BCD2479E95F1}">
      <dgm:prSet phldrT="[Texto]" phldr="0"/>
      <dgm:spPr>
        <a:solidFill>
          <a:schemeClr val="tx2">
            <a:lumMod val="50000"/>
          </a:schemeClr>
        </a:solidFill>
      </dgm:spPr>
      <dgm:t>
        <a:bodyPr/>
        <a:lstStyle/>
        <a:p>
          <a:r>
            <a:rPr lang="es-AR" dirty="0"/>
            <a:t>Propósito: Supervisar el uso correcto del dato, políticas, definiciones y cumplimiento normativo.</a:t>
          </a:r>
        </a:p>
      </dgm:t>
    </dgm:pt>
    <dgm:pt modelId="{59FF2D3F-9BF8-4229-9F6C-65654687F087}" type="parTrans" cxnId="{3A97ADC7-DB0F-4CBE-B6FC-FF4888DE6348}">
      <dgm:prSet/>
      <dgm:spPr/>
      <dgm:t>
        <a:bodyPr/>
        <a:lstStyle/>
        <a:p>
          <a:endParaRPr lang="es-AR"/>
        </a:p>
      </dgm:t>
    </dgm:pt>
    <dgm:pt modelId="{86C1C515-E88C-4CA3-99E8-A00A5A91F4C2}" type="sibTrans" cxnId="{3A97ADC7-DB0F-4CBE-B6FC-FF4888DE6348}">
      <dgm:prSet/>
      <dgm:spPr/>
      <dgm:t>
        <a:bodyPr/>
        <a:lstStyle/>
        <a:p>
          <a:endParaRPr lang="es-AR"/>
        </a:p>
      </dgm:t>
    </dgm:pt>
    <dgm:pt modelId="{6EC3763E-36A2-4817-B2E6-718BE9B6C0B7}">
      <dgm:prSet phldrT="[Texto]" phldr="0"/>
      <dgm:spPr>
        <a:solidFill>
          <a:srgbClr val="FF6600"/>
        </a:solidFill>
      </dgm:spPr>
      <dgm:t>
        <a:bodyPr/>
        <a:lstStyle/>
        <a:p>
          <a:r>
            <a:rPr lang="es-AR" dirty="0"/>
            <a:t>Responsabilidades Clave: Gobernanza, cumplimiento, definición de estándares, control de acceso.</a:t>
          </a:r>
        </a:p>
      </dgm:t>
    </dgm:pt>
    <dgm:pt modelId="{BE438DB4-2503-4A06-B555-8BF5B57912E1}" type="parTrans" cxnId="{DA09CF44-0084-4BE6-AB4A-B75E25E2E3E9}">
      <dgm:prSet/>
      <dgm:spPr/>
      <dgm:t>
        <a:bodyPr/>
        <a:lstStyle/>
        <a:p>
          <a:endParaRPr lang="es-AR"/>
        </a:p>
      </dgm:t>
    </dgm:pt>
    <dgm:pt modelId="{CDB09F0E-A90F-44D5-B613-735541A045C6}" type="sibTrans" cxnId="{DA09CF44-0084-4BE6-AB4A-B75E25E2E3E9}">
      <dgm:prSet/>
      <dgm:spPr/>
      <dgm:t>
        <a:bodyPr/>
        <a:lstStyle/>
        <a:p>
          <a:endParaRPr lang="es-AR"/>
        </a:p>
      </dgm:t>
    </dgm:pt>
    <dgm:pt modelId="{C8816892-DEB4-403F-AB03-1F441738A3D1}">
      <dgm:prSet phldrT="[Texto]" phldr="0"/>
      <dgm:spPr/>
      <dgm:t>
        <a:bodyPr/>
        <a:lstStyle/>
        <a:p>
          <a:r>
            <a:rPr lang="es-AR" dirty="0"/>
            <a:t>Relación con el ciclo de vida del dato: Gobernanza transversal.</a:t>
          </a:r>
        </a:p>
      </dgm:t>
    </dgm:pt>
    <dgm:pt modelId="{C197179A-C69E-4DBF-80D9-973B470F1D96}" type="parTrans" cxnId="{986F5A0D-75C1-433E-8EE8-1E0BF6FEF791}">
      <dgm:prSet/>
      <dgm:spPr/>
      <dgm:t>
        <a:bodyPr/>
        <a:lstStyle/>
        <a:p>
          <a:endParaRPr lang="es-AR"/>
        </a:p>
      </dgm:t>
    </dgm:pt>
    <dgm:pt modelId="{43C3B7B1-3DEA-44AF-A580-A9E84FA363F4}" type="sibTrans" cxnId="{986F5A0D-75C1-433E-8EE8-1E0BF6FEF791}">
      <dgm:prSet/>
      <dgm:spPr/>
      <dgm:t>
        <a:bodyPr/>
        <a:lstStyle/>
        <a:p>
          <a:endParaRPr lang="es-AR"/>
        </a:p>
      </dgm:t>
    </dgm:pt>
    <dgm:pt modelId="{64CC4ADA-1A90-43DF-9E5A-2FBB4D934922}">
      <dgm:prSet phldrT="[Texto]" phldr="0"/>
      <dgm:spPr>
        <a:solidFill>
          <a:srgbClr val="990000"/>
        </a:solidFill>
      </dgm:spPr>
      <dgm:t>
        <a:bodyPr/>
        <a:lstStyle/>
        <a:p>
          <a:r>
            <a:rPr lang="es-AR" dirty="0"/>
            <a:t>Enfoque: Negocio + gobernanza.</a:t>
          </a:r>
        </a:p>
      </dgm:t>
    </dgm:pt>
    <dgm:pt modelId="{C01BC92E-A7C0-4784-830C-B14124832EE3}" type="parTrans" cxnId="{3F015CB5-DA6F-45FF-819D-325FF7103FAE}">
      <dgm:prSet/>
      <dgm:spPr/>
      <dgm:t>
        <a:bodyPr/>
        <a:lstStyle/>
        <a:p>
          <a:endParaRPr lang="es-AR"/>
        </a:p>
      </dgm:t>
    </dgm:pt>
    <dgm:pt modelId="{BE00F6AC-3EE1-4F35-9978-5088829B02DD}" type="sibTrans" cxnId="{3F015CB5-DA6F-45FF-819D-325FF7103FAE}">
      <dgm:prSet/>
      <dgm:spPr/>
      <dgm:t>
        <a:bodyPr/>
        <a:lstStyle/>
        <a:p>
          <a:endParaRPr lang="es-AR"/>
        </a:p>
      </dgm:t>
    </dgm:pt>
    <dgm:pt modelId="{5A073B1E-EBF7-4E47-947C-81AD747F4136}">
      <dgm:prSet phldrT="[Texto]" phldr="0"/>
      <dgm:spPr/>
      <dgm:t>
        <a:bodyPr/>
        <a:lstStyle/>
        <a:p>
          <a:r>
            <a:rPr lang="es-AR" dirty="0"/>
            <a:t>Competencias: Gobernanza, </a:t>
          </a:r>
          <a:r>
            <a:rPr lang="es-AR" dirty="0" err="1"/>
            <a:t>compliance</a:t>
          </a:r>
          <a:r>
            <a:rPr lang="es-AR" dirty="0"/>
            <a:t>, políticas, documentación, comunicación con negocio.</a:t>
          </a:r>
        </a:p>
      </dgm:t>
    </dgm:pt>
    <dgm:pt modelId="{29C01DE6-3454-4199-B9D8-AFC1187222EC}" type="parTrans" cxnId="{4C185E51-C72A-4885-8CAB-8F147C024653}">
      <dgm:prSet/>
      <dgm:spPr/>
      <dgm:t>
        <a:bodyPr/>
        <a:lstStyle/>
        <a:p>
          <a:endParaRPr lang="es-AR"/>
        </a:p>
      </dgm:t>
    </dgm:pt>
    <dgm:pt modelId="{648B3F19-BF38-4595-AE00-66E7087E6F4B}" type="sibTrans" cxnId="{4C185E51-C72A-4885-8CAB-8F147C024653}">
      <dgm:prSet/>
      <dgm:spPr/>
      <dgm:t>
        <a:bodyPr/>
        <a:lstStyle/>
        <a:p>
          <a:endParaRPr lang="es-AR"/>
        </a:p>
      </dgm:t>
    </dgm:pt>
    <dgm:pt modelId="{A947B6D4-2923-43B6-9D73-AD8A8E005633}">
      <dgm:prSet phldrT="[Texto]" phldr="0"/>
      <dgm:spPr>
        <a:solidFill>
          <a:srgbClr val="7030A0"/>
        </a:solidFill>
      </dgm:spPr>
      <dgm:t>
        <a:bodyPr/>
        <a:lstStyle/>
        <a:p>
          <a:r>
            <a:rPr lang="es-AR" dirty="0"/>
            <a:t>Destinatarios de su trabajo: Toda la organización.</a:t>
          </a:r>
        </a:p>
      </dgm:t>
    </dgm:pt>
    <dgm:pt modelId="{56939FF0-4C26-467D-B7ED-79C67A6D27DC}" type="parTrans" cxnId="{762188C3-7887-49E9-A8E5-F56E3C2EE72A}">
      <dgm:prSet/>
      <dgm:spPr/>
      <dgm:t>
        <a:bodyPr/>
        <a:lstStyle/>
        <a:p>
          <a:endParaRPr lang="es-AR"/>
        </a:p>
      </dgm:t>
    </dgm:pt>
    <dgm:pt modelId="{C5AB0775-6F85-49C3-B5E4-1EF96997CC11}" type="sibTrans" cxnId="{762188C3-7887-49E9-A8E5-F56E3C2EE72A}">
      <dgm:prSet/>
      <dgm:spPr/>
      <dgm:t>
        <a:bodyPr/>
        <a:lstStyle/>
        <a:p>
          <a:endParaRPr lang="es-AR"/>
        </a:p>
      </dgm:t>
    </dgm:pt>
    <dgm:pt modelId="{4F662C6B-B8D6-4E20-8B24-683E44109813}" type="pres">
      <dgm:prSet presAssocID="{E4D2777C-18FC-4AF2-A233-3F8918A81C5A}" presName="Name0" presStyleCnt="0">
        <dgm:presLayoutVars>
          <dgm:chPref val="1"/>
          <dgm:dir/>
          <dgm:animOne val="branch"/>
          <dgm:animLvl val="lvl"/>
          <dgm:resizeHandles/>
        </dgm:presLayoutVars>
      </dgm:prSet>
      <dgm:spPr/>
    </dgm:pt>
    <dgm:pt modelId="{5838D047-DE93-43B0-A4EF-B4BF2C5D1876}" type="pres">
      <dgm:prSet presAssocID="{1C77006E-74A8-448B-B990-BCD2479E95F1}" presName="vertOne" presStyleCnt="0"/>
      <dgm:spPr/>
    </dgm:pt>
    <dgm:pt modelId="{DD3BF563-670F-4052-A3B6-751EBE9A6DC3}" type="pres">
      <dgm:prSet presAssocID="{1C77006E-74A8-448B-B990-BCD2479E95F1}" presName="txOne" presStyleLbl="node0" presStyleIdx="0" presStyleCnt="1">
        <dgm:presLayoutVars>
          <dgm:chPref val="3"/>
        </dgm:presLayoutVars>
      </dgm:prSet>
      <dgm:spPr/>
    </dgm:pt>
    <dgm:pt modelId="{A40AE251-3FF6-4FEB-8400-33068DC1BBB3}" type="pres">
      <dgm:prSet presAssocID="{1C77006E-74A8-448B-B990-BCD2479E95F1}" presName="parTransOne" presStyleCnt="0"/>
      <dgm:spPr/>
    </dgm:pt>
    <dgm:pt modelId="{FAE53D2F-7E34-4A91-A5E2-8F9B725892A8}" type="pres">
      <dgm:prSet presAssocID="{1C77006E-74A8-448B-B990-BCD2479E95F1}" presName="horzOne" presStyleCnt="0"/>
      <dgm:spPr/>
    </dgm:pt>
    <dgm:pt modelId="{7ECB716F-929B-4F4F-B629-A3BEE85FBDA3}" type="pres">
      <dgm:prSet presAssocID="{6EC3763E-36A2-4817-B2E6-718BE9B6C0B7}" presName="vertTwo" presStyleCnt="0"/>
      <dgm:spPr/>
    </dgm:pt>
    <dgm:pt modelId="{E078CF96-FA3F-46D7-BB36-859709478382}" type="pres">
      <dgm:prSet presAssocID="{6EC3763E-36A2-4817-B2E6-718BE9B6C0B7}" presName="txTwo" presStyleLbl="node2" presStyleIdx="0" presStyleCnt="2">
        <dgm:presLayoutVars>
          <dgm:chPref val="3"/>
        </dgm:presLayoutVars>
      </dgm:prSet>
      <dgm:spPr/>
    </dgm:pt>
    <dgm:pt modelId="{739EB646-1000-4A0E-ABE5-FCFE76A75663}" type="pres">
      <dgm:prSet presAssocID="{6EC3763E-36A2-4817-B2E6-718BE9B6C0B7}" presName="parTransTwo" presStyleCnt="0"/>
      <dgm:spPr/>
    </dgm:pt>
    <dgm:pt modelId="{E0AB13D6-5A78-438B-8FD5-71D6E44DFD22}" type="pres">
      <dgm:prSet presAssocID="{6EC3763E-36A2-4817-B2E6-718BE9B6C0B7}" presName="horzTwo" presStyleCnt="0"/>
      <dgm:spPr/>
    </dgm:pt>
    <dgm:pt modelId="{D4E6C40C-B29E-4A8C-B0DF-451C9EEDDE90}" type="pres">
      <dgm:prSet presAssocID="{C8816892-DEB4-403F-AB03-1F441738A3D1}" presName="vertThree" presStyleCnt="0"/>
      <dgm:spPr/>
    </dgm:pt>
    <dgm:pt modelId="{03147C4A-6CFC-46D8-88DB-EB7F019781EB}" type="pres">
      <dgm:prSet presAssocID="{C8816892-DEB4-403F-AB03-1F441738A3D1}" presName="txThree" presStyleLbl="node3" presStyleIdx="0" presStyleCnt="3">
        <dgm:presLayoutVars>
          <dgm:chPref val="3"/>
        </dgm:presLayoutVars>
      </dgm:prSet>
      <dgm:spPr/>
    </dgm:pt>
    <dgm:pt modelId="{B1B88C44-9DF0-4D48-AE28-1EC97E9EDCA7}" type="pres">
      <dgm:prSet presAssocID="{C8816892-DEB4-403F-AB03-1F441738A3D1}" presName="horzThree" presStyleCnt="0"/>
      <dgm:spPr/>
    </dgm:pt>
    <dgm:pt modelId="{1E78447B-F5C1-4AD8-BB1E-CA452F6CEE59}" type="pres">
      <dgm:prSet presAssocID="{43C3B7B1-3DEA-44AF-A580-A9E84FA363F4}" presName="sibSpaceThree" presStyleCnt="0"/>
      <dgm:spPr/>
    </dgm:pt>
    <dgm:pt modelId="{78C16CE5-E231-49C6-BB0F-C6E66628402D}" type="pres">
      <dgm:prSet presAssocID="{64CC4ADA-1A90-43DF-9E5A-2FBB4D934922}" presName="vertThree" presStyleCnt="0"/>
      <dgm:spPr/>
    </dgm:pt>
    <dgm:pt modelId="{D7FEC103-1B84-4628-AD92-514F66602497}" type="pres">
      <dgm:prSet presAssocID="{64CC4ADA-1A90-43DF-9E5A-2FBB4D934922}" presName="txThree" presStyleLbl="node3" presStyleIdx="1" presStyleCnt="3">
        <dgm:presLayoutVars>
          <dgm:chPref val="3"/>
        </dgm:presLayoutVars>
      </dgm:prSet>
      <dgm:spPr/>
    </dgm:pt>
    <dgm:pt modelId="{4BFE3C29-8041-4E63-BDDD-54AD5853F206}" type="pres">
      <dgm:prSet presAssocID="{64CC4ADA-1A90-43DF-9E5A-2FBB4D934922}" presName="horzThree" presStyleCnt="0"/>
      <dgm:spPr/>
    </dgm:pt>
    <dgm:pt modelId="{FE5B19EF-B6A6-4371-ACDE-11DA6DE39FA6}" type="pres">
      <dgm:prSet presAssocID="{CDB09F0E-A90F-44D5-B613-735541A045C6}" presName="sibSpaceTwo" presStyleCnt="0"/>
      <dgm:spPr/>
    </dgm:pt>
    <dgm:pt modelId="{8AF3B6F0-1F0F-43D1-AEA9-33CFCDC894A1}" type="pres">
      <dgm:prSet presAssocID="{5A073B1E-EBF7-4E47-947C-81AD747F4136}" presName="vertTwo" presStyleCnt="0"/>
      <dgm:spPr/>
    </dgm:pt>
    <dgm:pt modelId="{7358F8EE-91DF-4A37-9118-1234E007356C}" type="pres">
      <dgm:prSet presAssocID="{5A073B1E-EBF7-4E47-947C-81AD747F4136}" presName="txTwo" presStyleLbl="node2" presStyleIdx="1" presStyleCnt="2">
        <dgm:presLayoutVars>
          <dgm:chPref val="3"/>
        </dgm:presLayoutVars>
      </dgm:prSet>
      <dgm:spPr/>
    </dgm:pt>
    <dgm:pt modelId="{20B3C5D9-4060-4E40-8A15-9BE8DF9C9B08}" type="pres">
      <dgm:prSet presAssocID="{5A073B1E-EBF7-4E47-947C-81AD747F4136}" presName="parTransTwo" presStyleCnt="0"/>
      <dgm:spPr/>
    </dgm:pt>
    <dgm:pt modelId="{2B90393F-E903-419A-AD2B-AE77481DEE78}" type="pres">
      <dgm:prSet presAssocID="{5A073B1E-EBF7-4E47-947C-81AD747F4136}" presName="horzTwo" presStyleCnt="0"/>
      <dgm:spPr/>
    </dgm:pt>
    <dgm:pt modelId="{BFEE59E1-0D64-4A9A-802F-811867331D04}" type="pres">
      <dgm:prSet presAssocID="{A947B6D4-2923-43B6-9D73-AD8A8E005633}" presName="vertThree" presStyleCnt="0"/>
      <dgm:spPr/>
    </dgm:pt>
    <dgm:pt modelId="{91CDC645-C920-45FC-A757-452E7C0BD2A5}" type="pres">
      <dgm:prSet presAssocID="{A947B6D4-2923-43B6-9D73-AD8A8E005633}" presName="txThree" presStyleLbl="node3" presStyleIdx="2" presStyleCnt="3">
        <dgm:presLayoutVars>
          <dgm:chPref val="3"/>
        </dgm:presLayoutVars>
      </dgm:prSet>
      <dgm:spPr/>
    </dgm:pt>
    <dgm:pt modelId="{A88C10F1-8B27-4298-8AD5-2AC0B85B43D8}" type="pres">
      <dgm:prSet presAssocID="{A947B6D4-2923-43B6-9D73-AD8A8E005633}" presName="horzThree" presStyleCnt="0"/>
      <dgm:spPr/>
    </dgm:pt>
  </dgm:ptLst>
  <dgm:cxnLst>
    <dgm:cxn modelId="{E9166205-D21E-4986-9CB1-1945E2074D38}" type="presOf" srcId="{1C77006E-74A8-448B-B990-BCD2479E95F1}" destId="{DD3BF563-670F-4052-A3B6-751EBE9A6DC3}" srcOrd="0" destOrd="0" presId="urn:microsoft.com/office/officeart/2005/8/layout/hierarchy4"/>
    <dgm:cxn modelId="{986F5A0D-75C1-433E-8EE8-1E0BF6FEF791}" srcId="{6EC3763E-36A2-4817-B2E6-718BE9B6C0B7}" destId="{C8816892-DEB4-403F-AB03-1F441738A3D1}" srcOrd="0" destOrd="0" parTransId="{C197179A-C69E-4DBF-80D9-973B470F1D96}" sibTransId="{43C3B7B1-3DEA-44AF-A580-A9E84FA363F4}"/>
    <dgm:cxn modelId="{A7DE2628-ACD3-4C17-B3D0-5DC616DC2F1C}" type="presOf" srcId="{A947B6D4-2923-43B6-9D73-AD8A8E005633}" destId="{91CDC645-C920-45FC-A757-452E7C0BD2A5}" srcOrd="0" destOrd="0" presId="urn:microsoft.com/office/officeart/2005/8/layout/hierarchy4"/>
    <dgm:cxn modelId="{DA09CF44-0084-4BE6-AB4A-B75E25E2E3E9}" srcId="{1C77006E-74A8-448B-B990-BCD2479E95F1}" destId="{6EC3763E-36A2-4817-B2E6-718BE9B6C0B7}" srcOrd="0" destOrd="0" parTransId="{BE438DB4-2503-4A06-B555-8BF5B57912E1}" sibTransId="{CDB09F0E-A90F-44D5-B613-735541A045C6}"/>
    <dgm:cxn modelId="{4C185E51-C72A-4885-8CAB-8F147C024653}" srcId="{1C77006E-74A8-448B-B990-BCD2479E95F1}" destId="{5A073B1E-EBF7-4E47-947C-81AD747F4136}" srcOrd="1" destOrd="0" parTransId="{29C01DE6-3454-4199-B9D8-AFC1187222EC}" sibTransId="{648B3F19-BF38-4595-AE00-66E7087E6F4B}"/>
    <dgm:cxn modelId="{3B149F7B-3910-4710-8E42-94050E1B9188}" type="presOf" srcId="{6EC3763E-36A2-4817-B2E6-718BE9B6C0B7}" destId="{E078CF96-FA3F-46D7-BB36-859709478382}" srcOrd="0" destOrd="0" presId="urn:microsoft.com/office/officeart/2005/8/layout/hierarchy4"/>
    <dgm:cxn modelId="{EB9A518B-2899-4CD2-B8AE-BE9241EBA19C}" type="presOf" srcId="{64CC4ADA-1A90-43DF-9E5A-2FBB4D934922}" destId="{D7FEC103-1B84-4628-AD92-514F66602497}" srcOrd="0" destOrd="0" presId="urn:microsoft.com/office/officeart/2005/8/layout/hierarchy4"/>
    <dgm:cxn modelId="{3674CF93-E765-4DD4-A172-D1E6450080CA}" type="presOf" srcId="{E4D2777C-18FC-4AF2-A233-3F8918A81C5A}" destId="{4F662C6B-B8D6-4E20-8B24-683E44109813}" srcOrd="0" destOrd="0" presId="urn:microsoft.com/office/officeart/2005/8/layout/hierarchy4"/>
    <dgm:cxn modelId="{437C36A5-65A5-4AAD-AD7E-77720A22B925}" type="presOf" srcId="{5A073B1E-EBF7-4E47-947C-81AD747F4136}" destId="{7358F8EE-91DF-4A37-9118-1234E007356C}" srcOrd="0" destOrd="0" presId="urn:microsoft.com/office/officeart/2005/8/layout/hierarchy4"/>
    <dgm:cxn modelId="{3F015CB5-DA6F-45FF-819D-325FF7103FAE}" srcId="{6EC3763E-36A2-4817-B2E6-718BE9B6C0B7}" destId="{64CC4ADA-1A90-43DF-9E5A-2FBB4D934922}" srcOrd="1" destOrd="0" parTransId="{C01BC92E-A7C0-4784-830C-B14124832EE3}" sibTransId="{BE00F6AC-3EE1-4F35-9978-5088829B02DD}"/>
    <dgm:cxn modelId="{3B124EBB-84DA-44C6-B9A8-1F6331F4AD79}" type="presOf" srcId="{C8816892-DEB4-403F-AB03-1F441738A3D1}" destId="{03147C4A-6CFC-46D8-88DB-EB7F019781EB}" srcOrd="0" destOrd="0" presId="urn:microsoft.com/office/officeart/2005/8/layout/hierarchy4"/>
    <dgm:cxn modelId="{762188C3-7887-49E9-A8E5-F56E3C2EE72A}" srcId="{5A073B1E-EBF7-4E47-947C-81AD747F4136}" destId="{A947B6D4-2923-43B6-9D73-AD8A8E005633}" srcOrd="0" destOrd="0" parTransId="{56939FF0-4C26-467D-B7ED-79C67A6D27DC}" sibTransId="{C5AB0775-6F85-49C3-B5E4-1EF96997CC11}"/>
    <dgm:cxn modelId="{3A97ADC7-DB0F-4CBE-B6FC-FF4888DE6348}" srcId="{E4D2777C-18FC-4AF2-A233-3F8918A81C5A}" destId="{1C77006E-74A8-448B-B990-BCD2479E95F1}" srcOrd="0" destOrd="0" parTransId="{59FF2D3F-9BF8-4229-9F6C-65654687F087}" sibTransId="{86C1C515-E88C-4CA3-99E8-A00A5A91F4C2}"/>
    <dgm:cxn modelId="{12C11EAB-E168-4686-8B62-74F2948D96AF}" type="presParOf" srcId="{4F662C6B-B8D6-4E20-8B24-683E44109813}" destId="{5838D047-DE93-43B0-A4EF-B4BF2C5D1876}" srcOrd="0" destOrd="0" presId="urn:microsoft.com/office/officeart/2005/8/layout/hierarchy4"/>
    <dgm:cxn modelId="{7527EF97-2746-40A7-9520-EBFA32461BED}" type="presParOf" srcId="{5838D047-DE93-43B0-A4EF-B4BF2C5D1876}" destId="{DD3BF563-670F-4052-A3B6-751EBE9A6DC3}" srcOrd="0" destOrd="0" presId="urn:microsoft.com/office/officeart/2005/8/layout/hierarchy4"/>
    <dgm:cxn modelId="{B7834A4F-82DE-42EC-99B0-C79E1ECC8569}" type="presParOf" srcId="{5838D047-DE93-43B0-A4EF-B4BF2C5D1876}" destId="{A40AE251-3FF6-4FEB-8400-33068DC1BBB3}" srcOrd="1" destOrd="0" presId="urn:microsoft.com/office/officeart/2005/8/layout/hierarchy4"/>
    <dgm:cxn modelId="{5994A146-D8F1-4795-AF7E-0AEF4AE4256E}" type="presParOf" srcId="{5838D047-DE93-43B0-A4EF-B4BF2C5D1876}" destId="{FAE53D2F-7E34-4A91-A5E2-8F9B725892A8}" srcOrd="2" destOrd="0" presId="urn:microsoft.com/office/officeart/2005/8/layout/hierarchy4"/>
    <dgm:cxn modelId="{8AC8A4D9-FAA4-453C-A0D3-3040759753F0}" type="presParOf" srcId="{FAE53D2F-7E34-4A91-A5E2-8F9B725892A8}" destId="{7ECB716F-929B-4F4F-B629-A3BEE85FBDA3}" srcOrd="0" destOrd="0" presId="urn:microsoft.com/office/officeart/2005/8/layout/hierarchy4"/>
    <dgm:cxn modelId="{B5686D70-DB93-4D4E-811E-03C3369BAD41}" type="presParOf" srcId="{7ECB716F-929B-4F4F-B629-A3BEE85FBDA3}" destId="{E078CF96-FA3F-46D7-BB36-859709478382}" srcOrd="0" destOrd="0" presId="urn:microsoft.com/office/officeart/2005/8/layout/hierarchy4"/>
    <dgm:cxn modelId="{C88D22E8-A6B2-43D2-906D-6F14197B7E99}" type="presParOf" srcId="{7ECB716F-929B-4F4F-B629-A3BEE85FBDA3}" destId="{739EB646-1000-4A0E-ABE5-FCFE76A75663}" srcOrd="1" destOrd="0" presId="urn:microsoft.com/office/officeart/2005/8/layout/hierarchy4"/>
    <dgm:cxn modelId="{35024101-567B-48D1-901E-F5284AF34499}" type="presParOf" srcId="{7ECB716F-929B-4F4F-B629-A3BEE85FBDA3}" destId="{E0AB13D6-5A78-438B-8FD5-71D6E44DFD22}" srcOrd="2" destOrd="0" presId="urn:microsoft.com/office/officeart/2005/8/layout/hierarchy4"/>
    <dgm:cxn modelId="{E32ECC34-85DB-4D32-8453-C6AD8F04719E}" type="presParOf" srcId="{E0AB13D6-5A78-438B-8FD5-71D6E44DFD22}" destId="{D4E6C40C-B29E-4A8C-B0DF-451C9EEDDE90}" srcOrd="0" destOrd="0" presId="urn:microsoft.com/office/officeart/2005/8/layout/hierarchy4"/>
    <dgm:cxn modelId="{6DF29739-509D-4CD7-ADD1-0A4E45417949}" type="presParOf" srcId="{D4E6C40C-B29E-4A8C-B0DF-451C9EEDDE90}" destId="{03147C4A-6CFC-46D8-88DB-EB7F019781EB}" srcOrd="0" destOrd="0" presId="urn:microsoft.com/office/officeart/2005/8/layout/hierarchy4"/>
    <dgm:cxn modelId="{B778B412-7E67-45E3-9D2E-59EFF24F1F7C}" type="presParOf" srcId="{D4E6C40C-B29E-4A8C-B0DF-451C9EEDDE90}" destId="{B1B88C44-9DF0-4D48-AE28-1EC97E9EDCA7}" srcOrd="1" destOrd="0" presId="urn:microsoft.com/office/officeart/2005/8/layout/hierarchy4"/>
    <dgm:cxn modelId="{45807004-8502-4720-8E88-BB8672D039B5}" type="presParOf" srcId="{E0AB13D6-5A78-438B-8FD5-71D6E44DFD22}" destId="{1E78447B-F5C1-4AD8-BB1E-CA452F6CEE59}" srcOrd="1" destOrd="0" presId="urn:microsoft.com/office/officeart/2005/8/layout/hierarchy4"/>
    <dgm:cxn modelId="{CB6CD8B0-22EE-4E61-A083-7A9B18115419}" type="presParOf" srcId="{E0AB13D6-5A78-438B-8FD5-71D6E44DFD22}" destId="{78C16CE5-E231-49C6-BB0F-C6E66628402D}" srcOrd="2" destOrd="0" presId="urn:microsoft.com/office/officeart/2005/8/layout/hierarchy4"/>
    <dgm:cxn modelId="{AA6E067F-8C04-4372-95F0-2A961097060C}" type="presParOf" srcId="{78C16CE5-E231-49C6-BB0F-C6E66628402D}" destId="{D7FEC103-1B84-4628-AD92-514F66602497}" srcOrd="0" destOrd="0" presId="urn:microsoft.com/office/officeart/2005/8/layout/hierarchy4"/>
    <dgm:cxn modelId="{D1536B59-E2BB-49D9-925E-67DF04EE5297}" type="presParOf" srcId="{78C16CE5-E231-49C6-BB0F-C6E66628402D}" destId="{4BFE3C29-8041-4E63-BDDD-54AD5853F206}" srcOrd="1" destOrd="0" presId="urn:microsoft.com/office/officeart/2005/8/layout/hierarchy4"/>
    <dgm:cxn modelId="{E57836AD-E582-46A7-9AB3-C23B88031F5B}" type="presParOf" srcId="{FAE53D2F-7E34-4A91-A5E2-8F9B725892A8}" destId="{FE5B19EF-B6A6-4371-ACDE-11DA6DE39FA6}" srcOrd="1" destOrd="0" presId="urn:microsoft.com/office/officeart/2005/8/layout/hierarchy4"/>
    <dgm:cxn modelId="{05EDD2CA-A045-494A-9C21-7B9BCB51AC9E}" type="presParOf" srcId="{FAE53D2F-7E34-4A91-A5E2-8F9B725892A8}" destId="{8AF3B6F0-1F0F-43D1-AEA9-33CFCDC894A1}" srcOrd="2" destOrd="0" presId="urn:microsoft.com/office/officeart/2005/8/layout/hierarchy4"/>
    <dgm:cxn modelId="{71B9B2FF-772C-4512-9ACE-86DD0356C66C}" type="presParOf" srcId="{8AF3B6F0-1F0F-43D1-AEA9-33CFCDC894A1}" destId="{7358F8EE-91DF-4A37-9118-1234E007356C}" srcOrd="0" destOrd="0" presId="urn:microsoft.com/office/officeart/2005/8/layout/hierarchy4"/>
    <dgm:cxn modelId="{88C074AE-4187-4FB9-A8CF-6C2EDC6F305C}" type="presParOf" srcId="{8AF3B6F0-1F0F-43D1-AEA9-33CFCDC894A1}" destId="{20B3C5D9-4060-4E40-8A15-9BE8DF9C9B08}" srcOrd="1" destOrd="0" presId="urn:microsoft.com/office/officeart/2005/8/layout/hierarchy4"/>
    <dgm:cxn modelId="{9CB8F469-7FFA-4827-BE46-AAEE74EFA2AC}" type="presParOf" srcId="{8AF3B6F0-1F0F-43D1-AEA9-33CFCDC894A1}" destId="{2B90393F-E903-419A-AD2B-AE77481DEE78}" srcOrd="2" destOrd="0" presId="urn:microsoft.com/office/officeart/2005/8/layout/hierarchy4"/>
    <dgm:cxn modelId="{FF329CA4-122D-4FC0-BF32-8775F7A8FF22}" type="presParOf" srcId="{2B90393F-E903-419A-AD2B-AE77481DEE78}" destId="{BFEE59E1-0D64-4A9A-802F-811867331D04}" srcOrd="0" destOrd="0" presId="urn:microsoft.com/office/officeart/2005/8/layout/hierarchy4"/>
    <dgm:cxn modelId="{12C7CF3E-3815-433F-894C-8AEAF2581FF5}" type="presParOf" srcId="{BFEE59E1-0D64-4A9A-802F-811867331D04}" destId="{91CDC645-C920-45FC-A757-452E7C0BD2A5}" srcOrd="0" destOrd="0" presId="urn:microsoft.com/office/officeart/2005/8/layout/hierarchy4"/>
    <dgm:cxn modelId="{69A22497-1265-42F7-BB15-073F799A3D4F}" type="presParOf" srcId="{BFEE59E1-0D64-4A9A-802F-811867331D04}" destId="{A88C10F1-8B27-4298-8AD5-2AC0B85B43D8}"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4D2777C-18FC-4AF2-A233-3F8918A81C5A}" type="doc">
      <dgm:prSet loTypeId="urn:microsoft.com/office/officeart/2005/8/layout/hierarchy4" loCatId="relationship" qsTypeId="urn:microsoft.com/office/officeart/2005/8/quickstyle/simple1" qsCatId="simple" csTypeId="urn:microsoft.com/office/officeart/2005/8/colors/colorful5" csCatId="colorful" phldr="1"/>
      <dgm:spPr/>
      <dgm:t>
        <a:bodyPr/>
        <a:lstStyle/>
        <a:p>
          <a:endParaRPr lang="es-AR"/>
        </a:p>
      </dgm:t>
    </dgm:pt>
    <dgm:pt modelId="{1C77006E-74A8-448B-B990-BCD2479E95F1}">
      <dgm:prSet phldrT="[Texto]" phldr="0"/>
      <dgm:spPr>
        <a:solidFill>
          <a:schemeClr val="tx2">
            <a:lumMod val="50000"/>
          </a:schemeClr>
        </a:solidFill>
      </dgm:spPr>
      <dgm:t>
        <a:bodyPr/>
        <a:lstStyle/>
        <a:p>
          <a:r>
            <a:rPr lang="es-AR" dirty="0"/>
            <a:t>Propósito: Transformar datos en información útil mediante análisis, reportes y visualizaciones.</a:t>
          </a:r>
        </a:p>
      </dgm:t>
    </dgm:pt>
    <dgm:pt modelId="{59FF2D3F-9BF8-4229-9F6C-65654687F087}" type="parTrans" cxnId="{3A97ADC7-DB0F-4CBE-B6FC-FF4888DE6348}">
      <dgm:prSet/>
      <dgm:spPr/>
      <dgm:t>
        <a:bodyPr/>
        <a:lstStyle/>
        <a:p>
          <a:endParaRPr lang="es-AR"/>
        </a:p>
      </dgm:t>
    </dgm:pt>
    <dgm:pt modelId="{86C1C515-E88C-4CA3-99E8-A00A5A91F4C2}" type="sibTrans" cxnId="{3A97ADC7-DB0F-4CBE-B6FC-FF4888DE6348}">
      <dgm:prSet/>
      <dgm:spPr/>
      <dgm:t>
        <a:bodyPr/>
        <a:lstStyle/>
        <a:p>
          <a:endParaRPr lang="es-AR"/>
        </a:p>
      </dgm:t>
    </dgm:pt>
    <dgm:pt modelId="{6EC3763E-36A2-4817-B2E6-718BE9B6C0B7}">
      <dgm:prSet phldrT="[Texto]" phldr="0"/>
      <dgm:spPr>
        <a:solidFill>
          <a:srgbClr val="FF6600"/>
        </a:solidFill>
      </dgm:spPr>
      <dgm:t>
        <a:bodyPr/>
        <a:lstStyle/>
        <a:p>
          <a:r>
            <a:rPr lang="es-AR" dirty="0"/>
            <a:t>Responsabilidades Clave: Limpieza básica, consultas, </a:t>
          </a:r>
          <a:r>
            <a:rPr lang="es-AR" dirty="0" err="1"/>
            <a:t>dashboards</a:t>
          </a:r>
          <a:r>
            <a:rPr lang="es-AR" dirty="0"/>
            <a:t>, </a:t>
          </a:r>
          <a:r>
            <a:rPr lang="es-AR" dirty="0" err="1"/>
            <a:t>KPIs</a:t>
          </a:r>
          <a:r>
            <a:rPr lang="es-AR" dirty="0"/>
            <a:t>, </a:t>
          </a:r>
          <a:r>
            <a:rPr lang="es-AR" dirty="0" err="1"/>
            <a:t>storytelling</a:t>
          </a:r>
          <a:r>
            <a:rPr lang="es-AR" dirty="0"/>
            <a:t> con datos.</a:t>
          </a:r>
        </a:p>
      </dgm:t>
    </dgm:pt>
    <dgm:pt modelId="{BE438DB4-2503-4A06-B555-8BF5B57912E1}" type="parTrans" cxnId="{DA09CF44-0084-4BE6-AB4A-B75E25E2E3E9}">
      <dgm:prSet/>
      <dgm:spPr/>
      <dgm:t>
        <a:bodyPr/>
        <a:lstStyle/>
        <a:p>
          <a:endParaRPr lang="es-AR"/>
        </a:p>
      </dgm:t>
    </dgm:pt>
    <dgm:pt modelId="{CDB09F0E-A90F-44D5-B613-735541A045C6}" type="sibTrans" cxnId="{DA09CF44-0084-4BE6-AB4A-B75E25E2E3E9}">
      <dgm:prSet/>
      <dgm:spPr/>
      <dgm:t>
        <a:bodyPr/>
        <a:lstStyle/>
        <a:p>
          <a:endParaRPr lang="es-AR"/>
        </a:p>
      </dgm:t>
    </dgm:pt>
    <dgm:pt modelId="{C8816892-DEB4-403F-AB03-1F441738A3D1}">
      <dgm:prSet phldrT="[Texto]" phldr="0"/>
      <dgm:spPr/>
      <dgm:t>
        <a:bodyPr/>
        <a:lstStyle/>
        <a:p>
          <a:r>
            <a:rPr lang="es-AR" dirty="0"/>
            <a:t>Relación con el ciclo de vida del dato: Consumo y análisis.</a:t>
          </a:r>
        </a:p>
      </dgm:t>
    </dgm:pt>
    <dgm:pt modelId="{C197179A-C69E-4DBF-80D9-973B470F1D96}" type="parTrans" cxnId="{986F5A0D-75C1-433E-8EE8-1E0BF6FEF791}">
      <dgm:prSet/>
      <dgm:spPr/>
      <dgm:t>
        <a:bodyPr/>
        <a:lstStyle/>
        <a:p>
          <a:endParaRPr lang="es-AR"/>
        </a:p>
      </dgm:t>
    </dgm:pt>
    <dgm:pt modelId="{43C3B7B1-3DEA-44AF-A580-A9E84FA363F4}" type="sibTrans" cxnId="{986F5A0D-75C1-433E-8EE8-1E0BF6FEF791}">
      <dgm:prSet/>
      <dgm:spPr/>
      <dgm:t>
        <a:bodyPr/>
        <a:lstStyle/>
        <a:p>
          <a:endParaRPr lang="es-AR"/>
        </a:p>
      </dgm:t>
    </dgm:pt>
    <dgm:pt modelId="{64CC4ADA-1A90-43DF-9E5A-2FBB4D934922}">
      <dgm:prSet phldrT="[Texto]" phldr="0"/>
      <dgm:spPr>
        <a:solidFill>
          <a:srgbClr val="990000"/>
        </a:solidFill>
      </dgm:spPr>
      <dgm:t>
        <a:bodyPr/>
        <a:lstStyle/>
        <a:p>
          <a:r>
            <a:rPr lang="es-AR" dirty="0"/>
            <a:t>Enfoque: Mixto (técnico + negocio).</a:t>
          </a:r>
        </a:p>
      </dgm:t>
    </dgm:pt>
    <dgm:pt modelId="{C01BC92E-A7C0-4784-830C-B14124832EE3}" type="parTrans" cxnId="{3F015CB5-DA6F-45FF-819D-325FF7103FAE}">
      <dgm:prSet/>
      <dgm:spPr/>
      <dgm:t>
        <a:bodyPr/>
        <a:lstStyle/>
        <a:p>
          <a:endParaRPr lang="es-AR"/>
        </a:p>
      </dgm:t>
    </dgm:pt>
    <dgm:pt modelId="{BE00F6AC-3EE1-4F35-9978-5088829B02DD}" type="sibTrans" cxnId="{3F015CB5-DA6F-45FF-819D-325FF7103FAE}">
      <dgm:prSet/>
      <dgm:spPr/>
      <dgm:t>
        <a:bodyPr/>
        <a:lstStyle/>
        <a:p>
          <a:endParaRPr lang="es-AR"/>
        </a:p>
      </dgm:t>
    </dgm:pt>
    <dgm:pt modelId="{5A073B1E-EBF7-4E47-947C-81AD747F4136}">
      <dgm:prSet phldrT="[Texto]" phldr="0"/>
      <dgm:spPr/>
      <dgm:t>
        <a:bodyPr/>
        <a:lstStyle/>
        <a:p>
          <a:r>
            <a:rPr lang="es-AR" dirty="0"/>
            <a:t>Competencias: SQL, Power BI/</a:t>
          </a:r>
          <a:r>
            <a:rPr lang="es-AR" dirty="0" err="1"/>
            <a:t>Tableau</a:t>
          </a:r>
          <a:r>
            <a:rPr lang="es-AR" dirty="0"/>
            <a:t>, estadística descriptiva, DAX, Excel.</a:t>
          </a:r>
        </a:p>
      </dgm:t>
    </dgm:pt>
    <dgm:pt modelId="{29C01DE6-3454-4199-B9D8-AFC1187222EC}" type="parTrans" cxnId="{4C185E51-C72A-4885-8CAB-8F147C024653}">
      <dgm:prSet/>
      <dgm:spPr/>
      <dgm:t>
        <a:bodyPr/>
        <a:lstStyle/>
        <a:p>
          <a:endParaRPr lang="es-AR"/>
        </a:p>
      </dgm:t>
    </dgm:pt>
    <dgm:pt modelId="{648B3F19-BF38-4595-AE00-66E7087E6F4B}" type="sibTrans" cxnId="{4C185E51-C72A-4885-8CAB-8F147C024653}">
      <dgm:prSet/>
      <dgm:spPr/>
      <dgm:t>
        <a:bodyPr/>
        <a:lstStyle/>
        <a:p>
          <a:endParaRPr lang="es-AR"/>
        </a:p>
      </dgm:t>
    </dgm:pt>
    <dgm:pt modelId="{A947B6D4-2923-43B6-9D73-AD8A8E005633}">
      <dgm:prSet phldrT="[Texto]" phldr="0"/>
      <dgm:spPr>
        <a:solidFill>
          <a:srgbClr val="7030A0"/>
        </a:solidFill>
      </dgm:spPr>
      <dgm:t>
        <a:bodyPr/>
        <a:lstStyle/>
        <a:p>
          <a:r>
            <a:rPr lang="es-AR" dirty="0"/>
            <a:t>Destinatarios de su trabajo: Gerencia, áreas de negocio, producto.</a:t>
          </a:r>
        </a:p>
      </dgm:t>
    </dgm:pt>
    <dgm:pt modelId="{56939FF0-4C26-467D-B7ED-79C67A6D27DC}" type="parTrans" cxnId="{762188C3-7887-49E9-A8E5-F56E3C2EE72A}">
      <dgm:prSet/>
      <dgm:spPr/>
      <dgm:t>
        <a:bodyPr/>
        <a:lstStyle/>
        <a:p>
          <a:endParaRPr lang="es-AR"/>
        </a:p>
      </dgm:t>
    </dgm:pt>
    <dgm:pt modelId="{C5AB0775-6F85-49C3-B5E4-1EF96997CC11}" type="sibTrans" cxnId="{762188C3-7887-49E9-A8E5-F56E3C2EE72A}">
      <dgm:prSet/>
      <dgm:spPr/>
      <dgm:t>
        <a:bodyPr/>
        <a:lstStyle/>
        <a:p>
          <a:endParaRPr lang="es-AR"/>
        </a:p>
      </dgm:t>
    </dgm:pt>
    <dgm:pt modelId="{4F662C6B-B8D6-4E20-8B24-683E44109813}" type="pres">
      <dgm:prSet presAssocID="{E4D2777C-18FC-4AF2-A233-3F8918A81C5A}" presName="Name0" presStyleCnt="0">
        <dgm:presLayoutVars>
          <dgm:chPref val="1"/>
          <dgm:dir/>
          <dgm:animOne val="branch"/>
          <dgm:animLvl val="lvl"/>
          <dgm:resizeHandles/>
        </dgm:presLayoutVars>
      </dgm:prSet>
      <dgm:spPr/>
    </dgm:pt>
    <dgm:pt modelId="{5838D047-DE93-43B0-A4EF-B4BF2C5D1876}" type="pres">
      <dgm:prSet presAssocID="{1C77006E-74A8-448B-B990-BCD2479E95F1}" presName="vertOne" presStyleCnt="0"/>
      <dgm:spPr/>
    </dgm:pt>
    <dgm:pt modelId="{DD3BF563-670F-4052-A3B6-751EBE9A6DC3}" type="pres">
      <dgm:prSet presAssocID="{1C77006E-74A8-448B-B990-BCD2479E95F1}" presName="txOne" presStyleLbl="node0" presStyleIdx="0" presStyleCnt="1">
        <dgm:presLayoutVars>
          <dgm:chPref val="3"/>
        </dgm:presLayoutVars>
      </dgm:prSet>
      <dgm:spPr/>
    </dgm:pt>
    <dgm:pt modelId="{A40AE251-3FF6-4FEB-8400-33068DC1BBB3}" type="pres">
      <dgm:prSet presAssocID="{1C77006E-74A8-448B-B990-BCD2479E95F1}" presName="parTransOne" presStyleCnt="0"/>
      <dgm:spPr/>
    </dgm:pt>
    <dgm:pt modelId="{FAE53D2F-7E34-4A91-A5E2-8F9B725892A8}" type="pres">
      <dgm:prSet presAssocID="{1C77006E-74A8-448B-B990-BCD2479E95F1}" presName="horzOne" presStyleCnt="0"/>
      <dgm:spPr/>
    </dgm:pt>
    <dgm:pt modelId="{7ECB716F-929B-4F4F-B629-A3BEE85FBDA3}" type="pres">
      <dgm:prSet presAssocID="{6EC3763E-36A2-4817-B2E6-718BE9B6C0B7}" presName="vertTwo" presStyleCnt="0"/>
      <dgm:spPr/>
    </dgm:pt>
    <dgm:pt modelId="{E078CF96-FA3F-46D7-BB36-859709478382}" type="pres">
      <dgm:prSet presAssocID="{6EC3763E-36A2-4817-B2E6-718BE9B6C0B7}" presName="txTwo" presStyleLbl="node2" presStyleIdx="0" presStyleCnt="2">
        <dgm:presLayoutVars>
          <dgm:chPref val="3"/>
        </dgm:presLayoutVars>
      </dgm:prSet>
      <dgm:spPr/>
    </dgm:pt>
    <dgm:pt modelId="{739EB646-1000-4A0E-ABE5-FCFE76A75663}" type="pres">
      <dgm:prSet presAssocID="{6EC3763E-36A2-4817-B2E6-718BE9B6C0B7}" presName="parTransTwo" presStyleCnt="0"/>
      <dgm:spPr/>
    </dgm:pt>
    <dgm:pt modelId="{E0AB13D6-5A78-438B-8FD5-71D6E44DFD22}" type="pres">
      <dgm:prSet presAssocID="{6EC3763E-36A2-4817-B2E6-718BE9B6C0B7}" presName="horzTwo" presStyleCnt="0"/>
      <dgm:spPr/>
    </dgm:pt>
    <dgm:pt modelId="{D4E6C40C-B29E-4A8C-B0DF-451C9EEDDE90}" type="pres">
      <dgm:prSet presAssocID="{C8816892-DEB4-403F-AB03-1F441738A3D1}" presName="vertThree" presStyleCnt="0"/>
      <dgm:spPr/>
    </dgm:pt>
    <dgm:pt modelId="{03147C4A-6CFC-46D8-88DB-EB7F019781EB}" type="pres">
      <dgm:prSet presAssocID="{C8816892-DEB4-403F-AB03-1F441738A3D1}" presName="txThree" presStyleLbl="node3" presStyleIdx="0" presStyleCnt="3">
        <dgm:presLayoutVars>
          <dgm:chPref val="3"/>
        </dgm:presLayoutVars>
      </dgm:prSet>
      <dgm:spPr/>
    </dgm:pt>
    <dgm:pt modelId="{B1B88C44-9DF0-4D48-AE28-1EC97E9EDCA7}" type="pres">
      <dgm:prSet presAssocID="{C8816892-DEB4-403F-AB03-1F441738A3D1}" presName="horzThree" presStyleCnt="0"/>
      <dgm:spPr/>
    </dgm:pt>
    <dgm:pt modelId="{1E78447B-F5C1-4AD8-BB1E-CA452F6CEE59}" type="pres">
      <dgm:prSet presAssocID="{43C3B7B1-3DEA-44AF-A580-A9E84FA363F4}" presName="sibSpaceThree" presStyleCnt="0"/>
      <dgm:spPr/>
    </dgm:pt>
    <dgm:pt modelId="{78C16CE5-E231-49C6-BB0F-C6E66628402D}" type="pres">
      <dgm:prSet presAssocID="{64CC4ADA-1A90-43DF-9E5A-2FBB4D934922}" presName="vertThree" presStyleCnt="0"/>
      <dgm:spPr/>
    </dgm:pt>
    <dgm:pt modelId="{D7FEC103-1B84-4628-AD92-514F66602497}" type="pres">
      <dgm:prSet presAssocID="{64CC4ADA-1A90-43DF-9E5A-2FBB4D934922}" presName="txThree" presStyleLbl="node3" presStyleIdx="1" presStyleCnt="3">
        <dgm:presLayoutVars>
          <dgm:chPref val="3"/>
        </dgm:presLayoutVars>
      </dgm:prSet>
      <dgm:spPr/>
    </dgm:pt>
    <dgm:pt modelId="{4BFE3C29-8041-4E63-BDDD-54AD5853F206}" type="pres">
      <dgm:prSet presAssocID="{64CC4ADA-1A90-43DF-9E5A-2FBB4D934922}" presName="horzThree" presStyleCnt="0"/>
      <dgm:spPr/>
    </dgm:pt>
    <dgm:pt modelId="{FE5B19EF-B6A6-4371-ACDE-11DA6DE39FA6}" type="pres">
      <dgm:prSet presAssocID="{CDB09F0E-A90F-44D5-B613-735541A045C6}" presName="sibSpaceTwo" presStyleCnt="0"/>
      <dgm:spPr/>
    </dgm:pt>
    <dgm:pt modelId="{8AF3B6F0-1F0F-43D1-AEA9-33CFCDC894A1}" type="pres">
      <dgm:prSet presAssocID="{5A073B1E-EBF7-4E47-947C-81AD747F4136}" presName="vertTwo" presStyleCnt="0"/>
      <dgm:spPr/>
    </dgm:pt>
    <dgm:pt modelId="{7358F8EE-91DF-4A37-9118-1234E007356C}" type="pres">
      <dgm:prSet presAssocID="{5A073B1E-EBF7-4E47-947C-81AD747F4136}" presName="txTwo" presStyleLbl="node2" presStyleIdx="1" presStyleCnt="2">
        <dgm:presLayoutVars>
          <dgm:chPref val="3"/>
        </dgm:presLayoutVars>
      </dgm:prSet>
      <dgm:spPr/>
    </dgm:pt>
    <dgm:pt modelId="{20B3C5D9-4060-4E40-8A15-9BE8DF9C9B08}" type="pres">
      <dgm:prSet presAssocID="{5A073B1E-EBF7-4E47-947C-81AD747F4136}" presName="parTransTwo" presStyleCnt="0"/>
      <dgm:spPr/>
    </dgm:pt>
    <dgm:pt modelId="{2B90393F-E903-419A-AD2B-AE77481DEE78}" type="pres">
      <dgm:prSet presAssocID="{5A073B1E-EBF7-4E47-947C-81AD747F4136}" presName="horzTwo" presStyleCnt="0"/>
      <dgm:spPr/>
    </dgm:pt>
    <dgm:pt modelId="{BFEE59E1-0D64-4A9A-802F-811867331D04}" type="pres">
      <dgm:prSet presAssocID="{A947B6D4-2923-43B6-9D73-AD8A8E005633}" presName="vertThree" presStyleCnt="0"/>
      <dgm:spPr/>
    </dgm:pt>
    <dgm:pt modelId="{91CDC645-C920-45FC-A757-452E7C0BD2A5}" type="pres">
      <dgm:prSet presAssocID="{A947B6D4-2923-43B6-9D73-AD8A8E005633}" presName="txThree" presStyleLbl="node3" presStyleIdx="2" presStyleCnt="3">
        <dgm:presLayoutVars>
          <dgm:chPref val="3"/>
        </dgm:presLayoutVars>
      </dgm:prSet>
      <dgm:spPr/>
    </dgm:pt>
    <dgm:pt modelId="{A88C10F1-8B27-4298-8AD5-2AC0B85B43D8}" type="pres">
      <dgm:prSet presAssocID="{A947B6D4-2923-43B6-9D73-AD8A8E005633}" presName="horzThree" presStyleCnt="0"/>
      <dgm:spPr/>
    </dgm:pt>
  </dgm:ptLst>
  <dgm:cxnLst>
    <dgm:cxn modelId="{E9166205-D21E-4986-9CB1-1945E2074D38}" type="presOf" srcId="{1C77006E-74A8-448B-B990-BCD2479E95F1}" destId="{DD3BF563-670F-4052-A3B6-751EBE9A6DC3}" srcOrd="0" destOrd="0" presId="urn:microsoft.com/office/officeart/2005/8/layout/hierarchy4"/>
    <dgm:cxn modelId="{986F5A0D-75C1-433E-8EE8-1E0BF6FEF791}" srcId="{6EC3763E-36A2-4817-B2E6-718BE9B6C0B7}" destId="{C8816892-DEB4-403F-AB03-1F441738A3D1}" srcOrd="0" destOrd="0" parTransId="{C197179A-C69E-4DBF-80D9-973B470F1D96}" sibTransId="{43C3B7B1-3DEA-44AF-A580-A9E84FA363F4}"/>
    <dgm:cxn modelId="{A7DE2628-ACD3-4C17-B3D0-5DC616DC2F1C}" type="presOf" srcId="{A947B6D4-2923-43B6-9D73-AD8A8E005633}" destId="{91CDC645-C920-45FC-A757-452E7C0BD2A5}" srcOrd="0" destOrd="0" presId="urn:microsoft.com/office/officeart/2005/8/layout/hierarchy4"/>
    <dgm:cxn modelId="{DA09CF44-0084-4BE6-AB4A-B75E25E2E3E9}" srcId="{1C77006E-74A8-448B-B990-BCD2479E95F1}" destId="{6EC3763E-36A2-4817-B2E6-718BE9B6C0B7}" srcOrd="0" destOrd="0" parTransId="{BE438DB4-2503-4A06-B555-8BF5B57912E1}" sibTransId="{CDB09F0E-A90F-44D5-B613-735541A045C6}"/>
    <dgm:cxn modelId="{4C185E51-C72A-4885-8CAB-8F147C024653}" srcId="{1C77006E-74A8-448B-B990-BCD2479E95F1}" destId="{5A073B1E-EBF7-4E47-947C-81AD747F4136}" srcOrd="1" destOrd="0" parTransId="{29C01DE6-3454-4199-B9D8-AFC1187222EC}" sibTransId="{648B3F19-BF38-4595-AE00-66E7087E6F4B}"/>
    <dgm:cxn modelId="{3B149F7B-3910-4710-8E42-94050E1B9188}" type="presOf" srcId="{6EC3763E-36A2-4817-B2E6-718BE9B6C0B7}" destId="{E078CF96-FA3F-46D7-BB36-859709478382}" srcOrd="0" destOrd="0" presId="urn:microsoft.com/office/officeart/2005/8/layout/hierarchy4"/>
    <dgm:cxn modelId="{EB9A518B-2899-4CD2-B8AE-BE9241EBA19C}" type="presOf" srcId="{64CC4ADA-1A90-43DF-9E5A-2FBB4D934922}" destId="{D7FEC103-1B84-4628-AD92-514F66602497}" srcOrd="0" destOrd="0" presId="urn:microsoft.com/office/officeart/2005/8/layout/hierarchy4"/>
    <dgm:cxn modelId="{3674CF93-E765-4DD4-A172-D1E6450080CA}" type="presOf" srcId="{E4D2777C-18FC-4AF2-A233-3F8918A81C5A}" destId="{4F662C6B-B8D6-4E20-8B24-683E44109813}" srcOrd="0" destOrd="0" presId="urn:microsoft.com/office/officeart/2005/8/layout/hierarchy4"/>
    <dgm:cxn modelId="{437C36A5-65A5-4AAD-AD7E-77720A22B925}" type="presOf" srcId="{5A073B1E-EBF7-4E47-947C-81AD747F4136}" destId="{7358F8EE-91DF-4A37-9118-1234E007356C}" srcOrd="0" destOrd="0" presId="urn:microsoft.com/office/officeart/2005/8/layout/hierarchy4"/>
    <dgm:cxn modelId="{3F015CB5-DA6F-45FF-819D-325FF7103FAE}" srcId="{6EC3763E-36A2-4817-B2E6-718BE9B6C0B7}" destId="{64CC4ADA-1A90-43DF-9E5A-2FBB4D934922}" srcOrd="1" destOrd="0" parTransId="{C01BC92E-A7C0-4784-830C-B14124832EE3}" sibTransId="{BE00F6AC-3EE1-4F35-9978-5088829B02DD}"/>
    <dgm:cxn modelId="{3B124EBB-84DA-44C6-B9A8-1F6331F4AD79}" type="presOf" srcId="{C8816892-DEB4-403F-AB03-1F441738A3D1}" destId="{03147C4A-6CFC-46D8-88DB-EB7F019781EB}" srcOrd="0" destOrd="0" presId="urn:microsoft.com/office/officeart/2005/8/layout/hierarchy4"/>
    <dgm:cxn modelId="{762188C3-7887-49E9-A8E5-F56E3C2EE72A}" srcId="{5A073B1E-EBF7-4E47-947C-81AD747F4136}" destId="{A947B6D4-2923-43B6-9D73-AD8A8E005633}" srcOrd="0" destOrd="0" parTransId="{56939FF0-4C26-467D-B7ED-79C67A6D27DC}" sibTransId="{C5AB0775-6F85-49C3-B5E4-1EF96997CC11}"/>
    <dgm:cxn modelId="{3A97ADC7-DB0F-4CBE-B6FC-FF4888DE6348}" srcId="{E4D2777C-18FC-4AF2-A233-3F8918A81C5A}" destId="{1C77006E-74A8-448B-B990-BCD2479E95F1}" srcOrd="0" destOrd="0" parTransId="{59FF2D3F-9BF8-4229-9F6C-65654687F087}" sibTransId="{86C1C515-E88C-4CA3-99E8-A00A5A91F4C2}"/>
    <dgm:cxn modelId="{12C11EAB-E168-4686-8B62-74F2948D96AF}" type="presParOf" srcId="{4F662C6B-B8D6-4E20-8B24-683E44109813}" destId="{5838D047-DE93-43B0-A4EF-B4BF2C5D1876}" srcOrd="0" destOrd="0" presId="urn:microsoft.com/office/officeart/2005/8/layout/hierarchy4"/>
    <dgm:cxn modelId="{7527EF97-2746-40A7-9520-EBFA32461BED}" type="presParOf" srcId="{5838D047-DE93-43B0-A4EF-B4BF2C5D1876}" destId="{DD3BF563-670F-4052-A3B6-751EBE9A6DC3}" srcOrd="0" destOrd="0" presId="urn:microsoft.com/office/officeart/2005/8/layout/hierarchy4"/>
    <dgm:cxn modelId="{B7834A4F-82DE-42EC-99B0-C79E1ECC8569}" type="presParOf" srcId="{5838D047-DE93-43B0-A4EF-B4BF2C5D1876}" destId="{A40AE251-3FF6-4FEB-8400-33068DC1BBB3}" srcOrd="1" destOrd="0" presId="urn:microsoft.com/office/officeart/2005/8/layout/hierarchy4"/>
    <dgm:cxn modelId="{5994A146-D8F1-4795-AF7E-0AEF4AE4256E}" type="presParOf" srcId="{5838D047-DE93-43B0-A4EF-B4BF2C5D1876}" destId="{FAE53D2F-7E34-4A91-A5E2-8F9B725892A8}" srcOrd="2" destOrd="0" presId="urn:microsoft.com/office/officeart/2005/8/layout/hierarchy4"/>
    <dgm:cxn modelId="{8AC8A4D9-FAA4-453C-A0D3-3040759753F0}" type="presParOf" srcId="{FAE53D2F-7E34-4A91-A5E2-8F9B725892A8}" destId="{7ECB716F-929B-4F4F-B629-A3BEE85FBDA3}" srcOrd="0" destOrd="0" presId="urn:microsoft.com/office/officeart/2005/8/layout/hierarchy4"/>
    <dgm:cxn modelId="{B5686D70-DB93-4D4E-811E-03C3369BAD41}" type="presParOf" srcId="{7ECB716F-929B-4F4F-B629-A3BEE85FBDA3}" destId="{E078CF96-FA3F-46D7-BB36-859709478382}" srcOrd="0" destOrd="0" presId="urn:microsoft.com/office/officeart/2005/8/layout/hierarchy4"/>
    <dgm:cxn modelId="{C88D22E8-A6B2-43D2-906D-6F14197B7E99}" type="presParOf" srcId="{7ECB716F-929B-4F4F-B629-A3BEE85FBDA3}" destId="{739EB646-1000-4A0E-ABE5-FCFE76A75663}" srcOrd="1" destOrd="0" presId="urn:microsoft.com/office/officeart/2005/8/layout/hierarchy4"/>
    <dgm:cxn modelId="{35024101-567B-48D1-901E-F5284AF34499}" type="presParOf" srcId="{7ECB716F-929B-4F4F-B629-A3BEE85FBDA3}" destId="{E0AB13D6-5A78-438B-8FD5-71D6E44DFD22}" srcOrd="2" destOrd="0" presId="urn:microsoft.com/office/officeart/2005/8/layout/hierarchy4"/>
    <dgm:cxn modelId="{E32ECC34-85DB-4D32-8453-C6AD8F04719E}" type="presParOf" srcId="{E0AB13D6-5A78-438B-8FD5-71D6E44DFD22}" destId="{D4E6C40C-B29E-4A8C-B0DF-451C9EEDDE90}" srcOrd="0" destOrd="0" presId="urn:microsoft.com/office/officeart/2005/8/layout/hierarchy4"/>
    <dgm:cxn modelId="{6DF29739-509D-4CD7-ADD1-0A4E45417949}" type="presParOf" srcId="{D4E6C40C-B29E-4A8C-B0DF-451C9EEDDE90}" destId="{03147C4A-6CFC-46D8-88DB-EB7F019781EB}" srcOrd="0" destOrd="0" presId="urn:microsoft.com/office/officeart/2005/8/layout/hierarchy4"/>
    <dgm:cxn modelId="{B778B412-7E67-45E3-9D2E-59EFF24F1F7C}" type="presParOf" srcId="{D4E6C40C-B29E-4A8C-B0DF-451C9EEDDE90}" destId="{B1B88C44-9DF0-4D48-AE28-1EC97E9EDCA7}" srcOrd="1" destOrd="0" presId="urn:microsoft.com/office/officeart/2005/8/layout/hierarchy4"/>
    <dgm:cxn modelId="{45807004-8502-4720-8E88-BB8672D039B5}" type="presParOf" srcId="{E0AB13D6-5A78-438B-8FD5-71D6E44DFD22}" destId="{1E78447B-F5C1-4AD8-BB1E-CA452F6CEE59}" srcOrd="1" destOrd="0" presId="urn:microsoft.com/office/officeart/2005/8/layout/hierarchy4"/>
    <dgm:cxn modelId="{CB6CD8B0-22EE-4E61-A083-7A9B18115419}" type="presParOf" srcId="{E0AB13D6-5A78-438B-8FD5-71D6E44DFD22}" destId="{78C16CE5-E231-49C6-BB0F-C6E66628402D}" srcOrd="2" destOrd="0" presId="urn:microsoft.com/office/officeart/2005/8/layout/hierarchy4"/>
    <dgm:cxn modelId="{AA6E067F-8C04-4372-95F0-2A961097060C}" type="presParOf" srcId="{78C16CE5-E231-49C6-BB0F-C6E66628402D}" destId="{D7FEC103-1B84-4628-AD92-514F66602497}" srcOrd="0" destOrd="0" presId="urn:microsoft.com/office/officeart/2005/8/layout/hierarchy4"/>
    <dgm:cxn modelId="{D1536B59-E2BB-49D9-925E-67DF04EE5297}" type="presParOf" srcId="{78C16CE5-E231-49C6-BB0F-C6E66628402D}" destId="{4BFE3C29-8041-4E63-BDDD-54AD5853F206}" srcOrd="1" destOrd="0" presId="urn:microsoft.com/office/officeart/2005/8/layout/hierarchy4"/>
    <dgm:cxn modelId="{E57836AD-E582-46A7-9AB3-C23B88031F5B}" type="presParOf" srcId="{FAE53D2F-7E34-4A91-A5E2-8F9B725892A8}" destId="{FE5B19EF-B6A6-4371-ACDE-11DA6DE39FA6}" srcOrd="1" destOrd="0" presId="urn:microsoft.com/office/officeart/2005/8/layout/hierarchy4"/>
    <dgm:cxn modelId="{05EDD2CA-A045-494A-9C21-7B9BCB51AC9E}" type="presParOf" srcId="{FAE53D2F-7E34-4A91-A5E2-8F9B725892A8}" destId="{8AF3B6F0-1F0F-43D1-AEA9-33CFCDC894A1}" srcOrd="2" destOrd="0" presId="urn:microsoft.com/office/officeart/2005/8/layout/hierarchy4"/>
    <dgm:cxn modelId="{71B9B2FF-772C-4512-9ACE-86DD0356C66C}" type="presParOf" srcId="{8AF3B6F0-1F0F-43D1-AEA9-33CFCDC894A1}" destId="{7358F8EE-91DF-4A37-9118-1234E007356C}" srcOrd="0" destOrd="0" presId="urn:microsoft.com/office/officeart/2005/8/layout/hierarchy4"/>
    <dgm:cxn modelId="{88C074AE-4187-4FB9-A8CF-6C2EDC6F305C}" type="presParOf" srcId="{8AF3B6F0-1F0F-43D1-AEA9-33CFCDC894A1}" destId="{20B3C5D9-4060-4E40-8A15-9BE8DF9C9B08}" srcOrd="1" destOrd="0" presId="urn:microsoft.com/office/officeart/2005/8/layout/hierarchy4"/>
    <dgm:cxn modelId="{9CB8F469-7FFA-4827-BE46-AAEE74EFA2AC}" type="presParOf" srcId="{8AF3B6F0-1F0F-43D1-AEA9-33CFCDC894A1}" destId="{2B90393F-E903-419A-AD2B-AE77481DEE78}" srcOrd="2" destOrd="0" presId="urn:microsoft.com/office/officeart/2005/8/layout/hierarchy4"/>
    <dgm:cxn modelId="{FF329CA4-122D-4FC0-BF32-8775F7A8FF22}" type="presParOf" srcId="{2B90393F-E903-419A-AD2B-AE77481DEE78}" destId="{BFEE59E1-0D64-4A9A-802F-811867331D04}" srcOrd="0" destOrd="0" presId="urn:microsoft.com/office/officeart/2005/8/layout/hierarchy4"/>
    <dgm:cxn modelId="{12C7CF3E-3815-433F-894C-8AEAF2581FF5}" type="presParOf" srcId="{BFEE59E1-0D64-4A9A-802F-811867331D04}" destId="{91CDC645-C920-45FC-A757-452E7C0BD2A5}" srcOrd="0" destOrd="0" presId="urn:microsoft.com/office/officeart/2005/8/layout/hierarchy4"/>
    <dgm:cxn modelId="{69A22497-1265-42F7-BB15-073F799A3D4F}" type="presParOf" srcId="{BFEE59E1-0D64-4A9A-802F-811867331D04}" destId="{A88C10F1-8B27-4298-8AD5-2AC0B85B43D8}"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4D2777C-18FC-4AF2-A233-3F8918A81C5A}" type="doc">
      <dgm:prSet loTypeId="urn:microsoft.com/office/officeart/2005/8/layout/hierarchy4" loCatId="relationship" qsTypeId="urn:microsoft.com/office/officeart/2005/8/quickstyle/simple1" qsCatId="simple" csTypeId="urn:microsoft.com/office/officeart/2005/8/colors/colorful5" csCatId="colorful" phldr="1"/>
      <dgm:spPr/>
      <dgm:t>
        <a:bodyPr/>
        <a:lstStyle/>
        <a:p>
          <a:endParaRPr lang="es-AR"/>
        </a:p>
      </dgm:t>
    </dgm:pt>
    <dgm:pt modelId="{1C77006E-74A8-448B-B990-BCD2479E95F1}">
      <dgm:prSet phldrT="[Texto]" phldr="0"/>
      <dgm:spPr>
        <a:solidFill>
          <a:schemeClr val="tx2">
            <a:lumMod val="50000"/>
          </a:schemeClr>
        </a:solidFill>
      </dgm:spPr>
      <dgm:t>
        <a:bodyPr/>
        <a:lstStyle/>
        <a:p>
          <a:r>
            <a:rPr lang="es-AR" dirty="0"/>
            <a:t>Propósito: Crear modelos estadísticos y de machine </a:t>
          </a:r>
          <a:r>
            <a:rPr lang="es-AR" dirty="0" err="1"/>
            <a:t>learning</a:t>
          </a:r>
          <a:r>
            <a:rPr lang="es-AR" dirty="0"/>
            <a:t> para generar predicciones y conocimiento avanzado.</a:t>
          </a:r>
        </a:p>
      </dgm:t>
    </dgm:pt>
    <dgm:pt modelId="{59FF2D3F-9BF8-4229-9F6C-65654687F087}" type="parTrans" cxnId="{3A97ADC7-DB0F-4CBE-B6FC-FF4888DE6348}">
      <dgm:prSet/>
      <dgm:spPr/>
      <dgm:t>
        <a:bodyPr/>
        <a:lstStyle/>
        <a:p>
          <a:endParaRPr lang="es-AR"/>
        </a:p>
      </dgm:t>
    </dgm:pt>
    <dgm:pt modelId="{86C1C515-E88C-4CA3-99E8-A00A5A91F4C2}" type="sibTrans" cxnId="{3A97ADC7-DB0F-4CBE-B6FC-FF4888DE6348}">
      <dgm:prSet/>
      <dgm:spPr/>
      <dgm:t>
        <a:bodyPr/>
        <a:lstStyle/>
        <a:p>
          <a:endParaRPr lang="es-AR"/>
        </a:p>
      </dgm:t>
    </dgm:pt>
    <dgm:pt modelId="{6EC3763E-36A2-4817-B2E6-718BE9B6C0B7}">
      <dgm:prSet phldrT="[Texto]" phldr="0"/>
      <dgm:spPr>
        <a:solidFill>
          <a:srgbClr val="FF6600"/>
        </a:solidFill>
      </dgm:spPr>
      <dgm:t>
        <a:bodyPr/>
        <a:lstStyle/>
        <a:p>
          <a:r>
            <a:rPr lang="es-AR" dirty="0"/>
            <a:t>Responsabilidades Clave: </a:t>
          </a:r>
          <a:r>
            <a:rPr lang="es-AR" dirty="0" err="1"/>
            <a:t>Feature</a:t>
          </a:r>
          <a:r>
            <a:rPr lang="es-AR" dirty="0"/>
            <a:t> </a:t>
          </a:r>
          <a:r>
            <a:rPr lang="es-AR" dirty="0" err="1"/>
            <a:t>engineering</a:t>
          </a:r>
          <a:r>
            <a:rPr lang="es-AR" dirty="0"/>
            <a:t>, experimentación, entrenamiento de modelos, validación, despliegue.</a:t>
          </a:r>
        </a:p>
      </dgm:t>
    </dgm:pt>
    <dgm:pt modelId="{BE438DB4-2503-4A06-B555-8BF5B57912E1}" type="parTrans" cxnId="{DA09CF44-0084-4BE6-AB4A-B75E25E2E3E9}">
      <dgm:prSet/>
      <dgm:spPr/>
      <dgm:t>
        <a:bodyPr/>
        <a:lstStyle/>
        <a:p>
          <a:endParaRPr lang="es-AR"/>
        </a:p>
      </dgm:t>
    </dgm:pt>
    <dgm:pt modelId="{CDB09F0E-A90F-44D5-B613-735541A045C6}" type="sibTrans" cxnId="{DA09CF44-0084-4BE6-AB4A-B75E25E2E3E9}">
      <dgm:prSet/>
      <dgm:spPr/>
      <dgm:t>
        <a:bodyPr/>
        <a:lstStyle/>
        <a:p>
          <a:endParaRPr lang="es-AR"/>
        </a:p>
      </dgm:t>
    </dgm:pt>
    <dgm:pt modelId="{C8816892-DEB4-403F-AB03-1F441738A3D1}">
      <dgm:prSet phldrT="[Texto]" phldr="0"/>
      <dgm:spPr/>
      <dgm:t>
        <a:bodyPr/>
        <a:lstStyle/>
        <a:p>
          <a:r>
            <a:rPr lang="es-AR" dirty="0"/>
            <a:t>Relación con el ciclo de vida del dato: Modelado avanzado y experimentación.</a:t>
          </a:r>
        </a:p>
      </dgm:t>
    </dgm:pt>
    <dgm:pt modelId="{C197179A-C69E-4DBF-80D9-973B470F1D96}" type="parTrans" cxnId="{986F5A0D-75C1-433E-8EE8-1E0BF6FEF791}">
      <dgm:prSet/>
      <dgm:spPr/>
      <dgm:t>
        <a:bodyPr/>
        <a:lstStyle/>
        <a:p>
          <a:endParaRPr lang="es-AR"/>
        </a:p>
      </dgm:t>
    </dgm:pt>
    <dgm:pt modelId="{43C3B7B1-3DEA-44AF-A580-A9E84FA363F4}" type="sibTrans" cxnId="{986F5A0D-75C1-433E-8EE8-1E0BF6FEF791}">
      <dgm:prSet/>
      <dgm:spPr/>
      <dgm:t>
        <a:bodyPr/>
        <a:lstStyle/>
        <a:p>
          <a:endParaRPr lang="es-AR"/>
        </a:p>
      </dgm:t>
    </dgm:pt>
    <dgm:pt modelId="{64CC4ADA-1A90-43DF-9E5A-2FBB4D934922}">
      <dgm:prSet phldrT="[Texto]" phldr="0"/>
      <dgm:spPr>
        <a:solidFill>
          <a:srgbClr val="990000"/>
        </a:solidFill>
      </dgm:spPr>
      <dgm:t>
        <a:bodyPr/>
        <a:lstStyle/>
        <a:p>
          <a:r>
            <a:rPr lang="es-AR" dirty="0"/>
            <a:t>Enfoque: Técnico avanzado.</a:t>
          </a:r>
        </a:p>
      </dgm:t>
    </dgm:pt>
    <dgm:pt modelId="{C01BC92E-A7C0-4784-830C-B14124832EE3}" type="parTrans" cxnId="{3F015CB5-DA6F-45FF-819D-325FF7103FAE}">
      <dgm:prSet/>
      <dgm:spPr/>
      <dgm:t>
        <a:bodyPr/>
        <a:lstStyle/>
        <a:p>
          <a:endParaRPr lang="es-AR"/>
        </a:p>
      </dgm:t>
    </dgm:pt>
    <dgm:pt modelId="{BE00F6AC-3EE1-4F35-9978-5088829B02DD}" type="sibTrans" cxnId="{3F015CB5-DA6F-45FF-819D-325FF7103FAE}">
      <dgm:prSet/>
      <dgm:spPr/>
      <dgm:t>
        <a:bodyPr/>
        <a:lstStyle/>
        <a:p>
          <a:endParaRPr lang="es-AR"/>
        </a:p>
      </dgm:t>
    </dgm:pt>
    <dgm:pt modelId="{5A073B1E-EBF7-4E47-947C-81AD747F4136}">
      <dgm:prSet phldrT="[Texto]" phldr="0"/>
      <dgm:spPr/>
      <dgm:t>
        <a:bodyPr/>
        <a:lstStyle/>
        <a:p>
          <a:r>
            <a:rPr lang="es-AR" dirty="0"/>
            <a:t>Competencias: Estadística, ML, Python/R, notebooks, experimentación, </a:t>
          </a:r>
          <a:r>
            <a:rPr lang="es-AR" dirty="0" err="1"/>
            <a:t>MLOps</a:t>
          </a:r>
          <a:r>
            <a:rPr lang="es-AR" dirty="0"/>
            <a:t>.</a:t>
          </a:r>
        </a:p>
      </dgm:t>
    </dgm:pt>
    <dgm:pt modelId="{29C01DE6-3454-4199-B9D8-AFC1187222EC}" type="parTrans" cxnId="{4C185E51-C72A-4885-8CAB-8F147C024653}">
      <dgm:prSet/>
      <dgm:spPr/>
      <dgm:t>
        <a:bodyPr/>
        <a:lstStyle/>
        <a:p>
          <a:endParaRPr lang="es-AR"/>
        </a:p>
      </dgm:t>
    </dgm:pt>
    <dgm:pt modelId="{648B3F19-BF38-4595-AE00-66E7087E6F4B}" type="sibTrans" cxnId="{4C185E51-C72A-4885-8CAB-8F147C024653}">
      <dgm:prSet/>
      <dgm:spPr/>
      <dgm:t>
        <a:bodyPr/>
        <a:lstStyle/>
        <a:p>
          <a:endParaRPr lang="es-AR"/>
        </a:p>
      </dgm:t>
    </dgm:pt>
    <dgm:pt modelId="{A947B6D4-2923-43B6-9D73-AD8A8E005633}">
      <dgm:prSet phldrT="[Texto]" phldr="0"/>
      <dgm:spPr>
        <a:solidFill>
          <a:srgbClr val="7030A0"/>
        </a:solidFill>
      </dgm:spPr>
      <dgm:t>
        <a:bodyPr/>
        <a:lstStyle/>
        <a:p>
          <a:r>
            <a:rPr lang="es-AR" dirty="0"/>
            <a:t>Destinatarios de su trabajo: Negocio, producto, ingeniería de ML (machine </a:t>
          </a:r>
          <a:r>
            <a:rPr lang="es-AR" dirty="0" err="1"/>
            <a:t>learning</a:t>
          </a:r>
          <a:r>
            <a:rPr lang="es-AR" dirty="0"/>
            <a:t>).</a:t>
          </a:r>
        </a:p>
      </dgm:t>
    </dgm:pt>
    <dgm:pt modelId="{56939FF0-4C26-467D-B7ED-79C67A6D27DC}" type="parTrans" cxnId="{762188C3-7887-49E9-A8E5-F56E3C2EE72A}">
      <dgm:prSet/>
      <dgm:spPr/>
      <dgm:t>
        <a:bodyPr/>
        <a:lstStyle/>
        <a:p>
          <a:endParaRPr lang="es-AR"/>
        </a:p>
      </dgm:t>
    </dgm:pt>
    <dgm:pt modelId="{C5AB0775-6F85-49C3-B5E4-1EF96997CC11}" type="sibTrans" cxnId="{762188C3-7887-49E9-A8E5-F56E3C2EE72A}">
      <dgm:prSet/>
      <dgm:spPr/>
      <dgm:t>
        <a:bodyPr/>
        <a:lstStyle/>
        <a:p>
          <a:endParaRPr lang="es-AR"/>
        </a:p>
      </dgm:t>
    </dgm:pt>
    <dgm:pt modelId="{4F662C6B-B8D6-4E20-8B24-683E44109813}" type="pres">
      <dgm:prSet presAssocID="{E4D2777C-18FC-4AF2-A233-3F8918A81C5A}" presName="Name0" presStyleCnt="0">
        <dgm:presLayoutVars>
          <dgm:chPref val="1"/>
          <dgm:dir/>
          <dgm:animOne val="branch"/>
          <dgm:animLvl val="lvl"/>
          <dgm:resizeHandles/>
        </dgm:presLayoutVars>
      </dgm:prSet>
      <dgm:spPr/>
    </dgm:pt>
    <dgm:pt modelId="{5838D047-DE93-43B0-A4EF-B4BF2C5D1876}" type="pres">
      <dgm:prSet presAssocID="{1C77006E-74A8-448B-B990-BCD2479E95F1}" presName="vertOne" presStyleCnt="0"/>
      <dgm:spPr/>
    </dgm:pt>
    <dgm:pt modelId="{DD3BF563-670F-4052-A3B6-751EBE9A6DC3}" type="pres">
      <dgm:prSet presAssocID="{1C77006E-74A8-448B-B990-BCD2479E95F1}" presName="txOne" presStyleLbl="node0" presStyleIdx="0" presStyleCnt="1">
        <dgm:presLayoutVars>
          <dgm:chPref val="3"/>
        </dgm:presLayoutVars>
      </dgm:prSet>
      <dgm:spPr/>
    </dgm:pt>
    <dgm:pt modelId="{A40AE251-3FF6-4FEB-8400-33068DC1BBB3}" type="pres">
      <dgm:prSet presAssocID="{1C77006E-74A8-448B-B990-BCD2479E95F1}" presName="parTransOne" presStyleCnt="0"/>
      <dgm:spPr/>
    </dgm:pt>
    <dgm:pt modelId="{FAE53D2F-7E34-4A91-A5E2-8F9B725892A8}" type="pres">
      <dgm:prSet presAssocID="{1C77006E-74A8-448B-B990-BCD2479E95F1}" presName="horzOne" presStyleCnt="0"/>
      <dgm:spPr/>
    </dgm:pt>
    <dgm:pt modelId="{7ECB716F-929B-4F4F-B629-A3BEE85FBDA3}" type="pres">
      <dgm:prSet presAssocID="{6EC3763E-36A2-4817-B2E6-718BE9B6C0B7}" presName="vertTwo" presStyleCnt="0"/>
      <dgm:spPr/>
    </dgm:pt>
    <dgm:pt modelId="{E078CF96-FA3F-46D7-BB36-859709478382}" type="pres">
      <dgm:prSet presAssocID="{6EC3763E-36A2-4817-B2E6-718BE9B6C0B7}" presName="txTwo" presStyleLbl="node2" presStyleIdx="0" presStyleCnt="2">
        <dgm:presLayoutVars>
          <dgm:chPref val="3"/>
        </dgm:presLayoutVars>
      </dgm:prSet>
      <dgm:spPr/>
    </dgm:pt>
    <dgm:pt modelId="{739EB646-1000-4A0E-ABE5-FCFE76A75663}" type="pres">
      <dgm:prSet presAssocID="{6EC3763E-36A2-4817-B2E6-718BE9B6C0B7}" presName="parTransTwo" presStyleCnt="0"/>
      <dgm:spPr/>
    </dgm:pt>
    <dgm:pt modelId="{E0AB13D6-5A78-438B-8FD5-71D6E44DFD22}" type="pres">
      <dgm:prSet presAssocID="{6EC3763E-36A2-4817-B2E6-718BE9B6C0B7}" presName="horzTwo" presStyleCnt="0"/>
      <dgm:spPr/>
    </dgm:pt>
    <dgm:pt modelId="{D4E6C40C-B29E-4A8C-B0DF-451C9EEDDE90}" type="pres">
      <dgm:prSet presAssocID="{C8816892-DEB4-403F-AB03-1F441738A3D1}" presName="vertThree" presStyleCnt="0"/>
      <dgm:spPr/>
    </dgm:pt>
    <dgm:pt modelId="{03147C4A-6CFC-46D8-88DB-EB7F019781EB}" type="pres">
      <dgm:prSet presAssocID="{C8816892-DEB4-403F-AB03-1F441738A3D1}" presName="txThree" presStyleLbl="node3" presStyleIdx="0" presStyleCnt="3">
        <dgm:presLayoutVars>
          <dgm:chPref val="3"/>
        </dgm:presLayoutVars>
      </dgm:prSet>
      <dgm:spPr/>
    </dgm:pt>
    <dgm:pt modelId="{B1B88C44-9DF0-4D48-AE28-1EC97E9EDCA7}" type="pres">
      <dgm:prSet presAssocID="{C8816892-DEB4-403F-AB03-1F441738A3D1}" presName="horzThree" presStyleCnt="0"/>
      <dgm:spPr/>
    </dgm:pt>
    <dgm:pt modelId="{1E78447B-F5C1-4AD8-BB1E-CA452F6CEE59}" type="pres">
      <dgm:prSet presAssocID="{43C3B7B1-3DEA-44AF-A580-A9E84FA363F4}" presName="sibSpaceThree" presStyleCnt="0"/>
      <dgm:spPr/>
    </dgm:pt>
    <dgm:pt modelId="{78C16CE5-E231-49C6-BB0F-C6E66628402D}" type="pres">
      <dgm:prSet presAssocID="{64CC4ADA-1A90-43DF-9E5A-2FBB4D934922}" presName="vertThree" presStyleCnt="0"/>
      <dgm:spPr/>
    </dgm:pt>
    <dgm:pt modelId="{D7FEC103-1B84-4628-AD92-514F66602497}" type="pres">
      <dgm:prSet presAssocID="{64CC4ADA-1A90-43DF-9E5A-2FBB4D934922}" presName="txThree" presStyleLbl="node3" presStyleIdx="1" presStyleCnt="3">
        <dgm:presLayoutVars>
          <dgm:chPref val="3"/>
        </dgm:presLayoutVars>
      </dgm:prSet>
      <dgm:spPr/>
    </dgm:pt>
    <dgm:pt modelId="{4BFE3C29-8041-4E63-BDDD-54AD5853F206}" type="pres">
      <dgm:prSet presAssocID="{64CC4ADA-1A90-43DF-9E5A-2FBB4D934922}" presName="horzThree" presStyleCnt="0"/>
      <dgm:spPr/>
    </dgm:pt>
    <dgm:pt modelId="{FE5B19EF-B6A6-4371-ACDE-11DA6DE39FA6}" type="pres">
      <dgm:prSet presAssocID="{CDB09F0E-A90F-44D5-B613-735541A045C6}" presName="sibSpaceTwo" presStyleCnt="0"/>
      <dgm:spPr/>
    </dgm:pt>
    <dgm:pt modelId="{8AF3B6F0-1F0F-43D1-AEA9-33CFCDC894A1}" type="pres">
      <dgm:prSet presAssocID="{5A073B1E-EBF7-4E47-947C-81AD747F4136}" presName="vertTwo" presStyleCnt="0"/>
      <dgm:spPr/>
    </dgm:pt>
    <dgm:pt modelId="{7358F8EE-91DF-4A37-9118-1234E007356C}" type="pres">
      <dgm:prSet presAssocID="{5A073B1E-EBF7-4E47-947C-81AD747F4136}" presName="txTwo" presStyleLbl="node2" presStyleIdx="1" presStyleCnt="2">
        <dgm:presLayoutVars>
          <dgm:chPref val="3"/>
        </dgm:presLayoutVars>
      </dgm:prSet>
      <dgm:spPr/>
    </dgm:pt>
    <dgm:pt modelId="{20B3C5D9-4060-4E40-8A15-9BE8DF9C9B08}" type="pres">
      <dgm:prSet presAssocID="{5A073B1E-EBF7-4E47-947C-81AD747F4136}" presName="parTransTwo" presStyleCnt="0"/>
      <dgm:spPr/>
    </dgm:pt>
    <dgm:pt modelId="{2B90393F-E903-419A-AD2B-AE77481DEE78}" type="pres">
      <dgm:prSet presAssocID="{5A073B1E-EBF7-4E47-947C-81AD747F4136}" presName="horzTwo" presStyleCnt="0"/>
      <dgm:spPr/>
    </dgm:pt>
    <dgm:pt modelId="{BFEE59E1-0D64-4A9A-802F-811867331D04}" type="pres">
      <dgm:prSet presAssocID="{A947B6D4-2923-43B6-9D73-AD8A8E005633}" presName="vertThree" presStyleCnt="0"/>
      <dgm:spPr/>
    </dgm:pt>
    <dgm:pt modelId="{91CDC645-C920-45FC-A757-452E7C0BD2A5}" type="pres">
      <dgm:prSet presAssocID="{A947B6D4-2923-43B6-9D73-AD8A8E005633}" presName="txThree" presStyleLbl="node3" presStyleIdx="2" presStyleCnt="3">
        <dgm:presLayoutVars>
          <dgm:chPref val="3"/>
        </dgm:presLayoutVars>
      </dgm:prSet>
      <dgm:spPr/>
    </dgm:pt>
    <dgm:pt modelId="{A88C10F1-8B27-4298-8AD5-2AC0B85B43D8}" type="pres">
      <dgm:prSet presAssocID="{A947B6D4-2923-43B6-9D73-AD8A8E005633}" presName="horzThree" presStyleCnt="0"/>
      <dgm:spPr/>
    </dgm:pt>
  </dgm:ptLst>
  <dgm:cxnLst>
    <dgm:cxn modelId="{E9166205-D21E-4986-9CB1-1945E2074D38}" type="presOf" srcId="{1C77006E-74A8-448B-B990-BCD2479E95F1}" destId="{DD3BF563-670F-4052-A3B6-751EBE9A6DC3}" srcOrd="0" destOrd="0" presId="urn:microsoft.com/office/officeart/2005/8/layout/hierarchy4"/>
    <dgm:cxn modelId="{986F5A0D-75C1-433E-8EE8-1E0BF6FEF791}" srcId="{6EC3763E-36A2-4817-B2E6-718BE9B6C0B7}" destId="{C8816892-DEB4-403F-AB03-1F441738A3D1}" srcOrd="0" destOrd="0" parTransId="{C197179A-C69E-4DBF-80D9-973B470F1D96}" sibTransId="{43C3B7B1-3DEA-44AF-A580-A9E84FA363F4}"/>
    <dgm:cxn modelId="{A7DE2628-ACD3-4C17-B3D0-5DC616DC2F1C}" type="presOf" srcId="{A947B6D4-2923-43B6-9D73-AD8A8E005633}" destId="{91CDC645-C920-45FC-A757-452E7C0BD2A5}" srcOrd="0" destOrd="0" presId="urn:microsoft.com/office/officeart/2005/8/layout/hierarchy4"/>
    <dgm:cxn modelId="{DA09CF44-0084-4BE6-AB4A-B75E25E2E3E9}" srcId="{1C77006E-74A8-448B-B990-BCD2479E95F1}" destId="{6EC3763E-36A2-4817-B2E6-718BE9B6C0B7}" srcOrd="0" destOrd="0" parTransId="{BE438DB4-2503-4A06-B555-8BF5B57912E1}" sibTransId="{CDB09F0E-A90F-44D5-B613-735541A045C6}"/>
    <dgm:cxn modelId="{4C185E51-C72A-4885-8CAB-8F147C024653}" srcId="{1C77006E-74A8-448B-B990-BCD2479E95F1}" destId="{5A073B1E-EBF7-4E47-947C-81AD747F4136}" srcOrd="1" destOrd="0" parTransId="{29C01DE6-3454-4199-B9D8-AFC1187222EC}" sibTransId="{648B3F19-BF38-4595-AE00-66E7087E6F4B}"/>
    <dgm:cxn modelId="{3B149F7B-3910-4710-8E42-94050E1B9188}" type="presOf" srcId="{6EC3763E-36A2-4817-B2E6-718BE9B6C0B7}" destId="{E078CF96-FA3F-46D7-BB36-859709478382}" srcOrd="0" destOrd="0" presId="urn:microsoft.com/office/officeart/2005/8/layout/hierarchy4"/>
    <dgm:cxn modelId="{EB9A518B-2899-4CD2-B8AE-BE9241EBA19C}" type="presOf" srcId="{64CC4ADA-1A90-43DF-9E5A-2FBB4D934922}" destId="{D7FEC103-1B84-4628-AD92-514F66602497}" srcOrd="0" destOrd="0" presId="urn:microsoft.com/office/officeart/2005/8/layout/hierarchy4"/>
    <dgm:cxn modelId="{3674CF93-E765-4DD4-A172-D1E6450080CA}" type="presOf" srcId="{E4D2777C-18FC-4AF2-A233-3F8918A81C5A}" destId="{4F662C6B-B8D6-4E20-8B24-683E44109813}" srcOrd="0" destOrd="0" presId="urn:microsoft.com/office/officeart/2005/8/layout/hierarchy4"/>
    <dgm:cxn modelId="{437C36A5-65A5-4AAD-AD7E-77720A22B925}" type="presOf" srcId="{5A073B1E-EBF7-4E47-947C-81AD747F4136}" destId="{7358F8EE-91DF-4A37-9118-1234E007356C}" srcOrd="0" destOrd="0" presId="urn:microsoft.com/office/officeart/2005/8/layout/hierarchy4"/>
    <dgm:cxn modelId="{3F015CB5-DA6F-45FF-819D-325FF7103FAE}" srcId="{6EC3763E-36A2-4817-B2E6-718BE9B6C0B7}" destId="{64CC4ADA-1A90-43DF-9E5A-2FBB4D934922}" srcOrd="1" destOrd="0" parTransId="{C01BC92E-A7C0-4784-830C-B14124832EE3}" sibTransId="{BE00F6AC-3EE1-4F35-9978-5088829B02DD}"/>
    <dgm:cxn modelId="{3B124EBB-84DA-44C6-B9A8-1F6331F4AD79}" type="presOf" srcId="{C8816892-DEB4-403F-AB03-1F441738A3D1}" destId="{03147C4A-6CFC-46D8-88DB-EB7F019781EB}" srcOrd="0" destOrd="0" presId="urn:microsoft.com/office/officeart/2005/8/layout/hierarchy4"/>
    <dgm:cxn modelId="{762188C3-7887-49E9-A8E5-F56E3C2EE72A}" srcId="{5A073B1E-EBF7-4E47-947C-81AD747F4136}" destId="{A947B6D4-2923-43B6-9D73-AD8A8E005633}" srcOrd="0" destOrd="0" parTransId="{56939FF0-4C26-467D-B7ED-79C67A6D27DC}" sibTransId="{C5AB0775-6F85-49C3-B5E4-1EF96997CC11}"/>
    <dgm:cxn modelId="{3A97ADC7-DB0F-4CBE-B6FC-FF4888DE6348}" srcId="{E4D2777C-18FC-4AF2-A233-3F8918A81C5A}" destId="{1C77006E-74A8-448B-B990-BCD2479E95F1}" srcOrd="0" destOrd="0" parTransId="{59FF2D3F-9BF8-4229-9F6C-65654687F087}" sibTransId="{86C1C515-E88C-4CA3-99E8-A00A5A91F4C2}"/>
    <dgm:cxn modelId="{12C11EAB-E168-4686-8B62-74F2948D96AF}" type="presParOf" srcId="{4F662C6B-B8D6-4E20-8B24-683E44109813}" destId="{5838D047-DE93-43B0-A4EF-B4BF2C5D1876}" srcOrd="0" destOrd="0" presId="urn:microsoft.com/office/officeart/2005/8/layout/hierarchy4"/>
    <dgm:cxn modelId="{7527EF97-2746-40A7-9520-EBFA32461BED}" type="presParOf" srcId="{5838D047-DE93-43B0-A4EF-B4BF2C5D1876}" destId="{DD3BF563-670F-4052-A3B6-751EBE9A6DC3}" srcOrd="0" destOrd="0" presId="urn:microsoft.com/office/officeart/2005/8/layout/hierarchy4"/>
    <dgm:cxn modelId="{B7834A4F-82DE-42EC-99B0-C79E1ECC8569}" type="presParOf" srcId="{5838D047-DE93-43B0-A4EF-B4BF2C5D1876}" destId="{A40AE251-3FF6-4FEB-8400-33068DC1BBB3}" srcOrd="1" destOrd="0" presId="urn:microsoft.com/office/officeart/2005/8/layout/hierarchy4"/>
    <dgm:cxn modelId="{5994A146-D8F1-4795-AF7E-0AEF4AE4256E}" type="presParOf" srcId="{5838D047-DE93-43B0-A4EF-B4BF2C5D1876}" destId="{FAE53D2F-7E34-4A91-A5E2-8F9B725892A8}" srcOrd="2" destOrd="0" presId="urn:microsoft.com/office/officeart/2005/8/layout/hierarchy4"/>
    <dgm:cxn modelId="{8AC8A4D9-FAA4-453C-A0D3-3040759753F0}" type="presParOf" srcId="{FAE53D2F-7E34-4A91-A5E2-8F9B725892A8}" destId="{7ECB716F-929B-4F4F-B629-A3BEE85FBDA3}" srcOrd="0" destOrd="0" presId="urn:microsoft.com/office/officeart/2005/8/layout/hierarchy4"/>
    <dgm:cxn modelId="{B5686D70-DB93-4D4E-811E-03C3369BAD41}" type="presParOf" srcId="{7ECB716F-929B-4F4F-B629-A3BEE85FBDA3}" destId="{E078CF96-FA3F-46D7-BB36-859709478382}" srcOrd="0" destOrd="0" presId="urn:microsoft.com/office/officeart/2005/8/layout/hierarchy4"/>
    <dgm:cxn modelId="{C88D22E8-A6B2-43D2-906D-6F14197B7E99}" type="presParOf" srcId="{7ECB716F-929B-4F4F-B629-A3BEE85FBDA3}" destId="{739EB646-1000-4A0E-ABE5-FCFE76A75663}" srcOrd="1" destOrd="0" presId="urn:microsoft.com/office/officeart/2005/8/layout/hierarchy4"/>
    <dgm:cxn modelId="{35024101-567B-48D1-901E-F5284AF34499}" type="presParOf" srcId="{7ECB716F-929B-4F4F-B629-A3BEE85FBDA3}" destId="{E0AB13D6-5A78-438B-8FD5-71D6E44DFD22}" srcOrd="2" destOrd="0" presId="urn:microsoft.com/office/officeart/2005/8/layout/hierarchy4"/>
    <dgm:cxn modelId="{E32ECC34-85DB-4D32-8453-C6AD8F04719E}" type="presParOf" srcId="{E0AB13D6-5A78-438B-8FD5-71D6E44DFD22}" destId="{D4E6C40C-B29E-4A8C-B0DF-451C9EEDDE90}" srcOrd="0" destOrd="0" presId="urn:microsoft.com/office/officeart/2005/8/layout/hierarchy4"/>
    <dgm:cxn modelId="{6DF29739-509D-4CD7-ADD1-0A4E45417949}" type="presParOf" srcId="{D4E6C40C-B29E-4A8C-B0DF-451C9EEDDE90}" destId="{03147C4A-6CFC-46D8-88DB-EB7F019781EB}" srcOrd="0" destOrd="0" presId="urn:microsoft.com/office/officeart/2005/8/layout/hierarchy4"/>
    <dgm:cxn modelId="{B778B412-7E67-45E3-9D2E-59EFF24F1F7C}" type="presParOf" srcId="{D4E6C40C-B29E-4A8C-B0DF-451C9EEDDE90}" destId="{B1B88C44-9DF0-4D48-AE28-1EC97E9EDCA7}" srcOrd="1" destOrd="0" presId="urn:microsoft.com/office/officeart/2005/8/layout/hierarchy4"/>
    <dgm:cxn modelId="{45807004-8502-4720-8E88-BB8672D039B5}" type="presParOf" srcId="{E0AB13D6-5A78-438B-8FD5-71D6E44DFD22}" destId="{1E78447B-F5C1-4AD8-BB1E-CA452F6CEE59}" srcOrd="1" destOrd="0" presId="urn:microsoft.com/office/officeart/2005/8/layout/hierarchy4"/>
    <dgm:cxn modelId="{CB6CD8B0-22EE-4E61-A083-7A9B18115419}" type="presParOf" srcId="{E0AB13D6-5A78-438B-8FD5-71D6E44DFD22}" destId="{78C16CE5-E231-49C6-BB0F-C6E66628402D}" srcOrd="2" destOrd="0" presId="urn:microsoft.com/office/officeart/2005/8/layout/hierarchy4"/>
    <dgm:cxn modelId="{AA6E067F-8C04-4372-95F0-2A961097060C}" type="presParOf" srcId="{78C16CE5-E231-49C6-BB0F-C6E66628402D}" destId="{D7FEC103-1B84-4628-AD92-514F66602497}" srcOrd="0" destOrd="0" presId="urn:microsoft.com/office/officeart/2005/8/layout/hierarchy4"/>
    <dgm:cxn modelId="{D1536B59-E2BB-49D9-925E-67DF04EE5297}" type="presParOf" srcId="{78C16CE5-E231-49C6-BB0F-C6E66628402D}" destId="{4BFE3C29-8041-4E63-BDDD-54AD5853F206}" srcOrd="1" destOrd="0" presId="urn:microsoft.com/office/officeart/2005/8/layout/hierarchy4"/>
    <dgm:cxn modelId="{E57836AD-E582-46A7-9AB3-C23B88031F5B}" type="presParOf" srcId="{FAE53D2F-7E34-4A91-A5E2-8F9B725892A8}" destId="{FE5B19EF-B6A6-4371-ACDE-11DA6DE39FA6}" srcOrd="1" destOrd="0" presId="urn:microsoft.com/office/officeart/2005/8/layout/hierarchy4"/>
    <dgm:cxn modelId="{05EDD2CA-A045-494A-9C21-7B9BCB51AC9E}" type="presParOf" srcId="{FAE53D2F-7E34-4A91-A5E2-8F9B725892A8}" destId="{8AF3B6F0-1F0F-43D1-AEA9-33CFCDC894A1}" srcOrd="2" destOrd="0" presId="urn:microsoft.com/office/officeart/2005/8/layout/hierarchy4"/>
    <dgm:cxn modelId="{71B9B2FF-772C-4512-9ACE-86DD0356C66C}" type="presParOf" srcId="{8AF3B6F0-1F0F-43D1-AEA9-33CFCDC894A1}" destId="{7358F8EE-91DF-4A37-9118-1234E007356C}" srcOrd="0" destOrd="0" presId="urn:microsoft.com/office/officeart/2005/8/layout/hierarchy4"/>
    <dgm:cxn modelId="{88C074AE-4187-4FB9-A8CF-6C2EDC6F305C}" type="presParOf" srcId="{8AF3B6F0-1F0F-43D1-AEA9-33CFCDC894A1}" destId="{20B3C5D9-4060-4E40-8A15-9BE8DF9C9B08}" srcOrd="1" destOrd="0" presId="urn:microsoft.com/office/officeart/2005/8/layout/hierarchy4"/>
    <dgm:cxn modelId="{9CB8F469-7FFA-4827-BE46-AAEE74EFA2AC}" type="presParOf" srcId="{8AF3B6F0-1F0F-43D1-AEA9-33CFCDC894A1}" destId="{2B90393F-E903-419A-AD2B-AE77481DEE78}" srcOrd="2" destOrd="0" presId="urn:microsoft.com/office/officeart/2005/8/layout/hierarchy4"/>
    <dgm:cxn modelId="{FF329CA4-122D-4FC0-BF32-8775F7A8FF22}" type="presParOf" srcId="{2B90393F-E903-419A-AD2B-AE77481DEE78}" destId="{BFEE59E1-0D64-4A9A-802F-811867331D04}" srcOrd="0" destOrd="0" presId="urn:microsoft.com/office/officeart/2005/8/layout/hierarchy4"/>
    <dgm:cxn modelId="{12C7CF3E-3815-433F-894C-8AEAF2581FF5}" type="presParOf" srcId="{BFEE59E1-0D64-4A9A-802F-811867331D04}" destId="{91CDC645-C920-45FC-A757-452E7C0BD2A5}" srcOrd="0" destOrd="0" presId="urn:microsoft.com/office/officeart/2005/8/layout/hierarchy4"/>
    <dgm:cxn modelId="{69A22497-1265-42F7-BB15-073F799A3D4F}" type="presParOf" srcId="{BFEE59E1-0D64-4A9A-802F-811867331D04}" destId="{A88C10F1-8B27-4298-8AD5-2AC0B85B43D8}"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3BF563-670F-4052-A3B6-751EBE9A6DC3}">
      <dsp:nvSpPr>
        <dsp:cNvPr id="0" name=""/>
        <dsp:cNvSpPr/>
      </dsp:nvSpPr>
      <dsp:spPr>
        <a:xfrm>
          <a:off x="891" y="3403"/>
          <a:ext cx="7770616" cy="1557486"/>
        </a:xfrm>
        <a:prstGeom prst="roundRect">
          <a:avLst>
            <a:gd name="adj" fmla="val 10000"/>
          </a:avLst>
        </a:prstGeom>
        <a:solidFill>
          <a:schemeClr val="tx2">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s-AR" sz="2900" kern="1200" dirty="0"/>
            <a:t>Propósito: Garantizar disponibilidad, seguridad, rendimiento y recuperación de las bases de datos</a:t>
          </a:r>
        </a:p>
      </dsp:txBody>
      <dsp:txXfrm>
        <a:off x="46508" y="49020"/>
        <a:ext cx="7679382" cy="1466252"/>
      </dsp:txXfrm>
    </dsp:sp>
    <dsp:sp modelId="{E078CF96-FA3F-46D7-BB36-859709478382}">
      <dsp:nvSpPr>
        <dsp:cNvPr id="0" name=""/>
        <dsp:cNvSpPr/>
      </dsp:nvSpPr>
      <dsp:spPr>
        <a:xfrm>
          <a:off x="891" y="1697756"/>
          <a:ext cx="5076007" cy="1557486"/>
        </a:xfrm>
        <a:prstGeom prst="roundRect">
          <a:avLst>
            <a:gd name="adj" fmla="val 10000"/>
          </a:avLst>
        </a:prstGeom>
        <a:solidFill>
          <a:srgbClr val="FF66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AR" sz="1700" kern="1200" dirty="0"/>
            <a:t>Responsabilidades Clave: Administración de bases, seguridad, </a:t>
          </a:r>
          <a:r>
            <a:rPr lang="es-AR" sz="1700" kern="1200" dirty="0" err="1"/>
            <a:t>backups</a:t>
          </a:r>
          <a:r>
            <a:rPr lang="es-AR" sz="1700" kern="1200" dirty="0"/>
            <a:t>, </a:t>
          </a:r>
          <a:r>
            <a:rPr lang="es-AR" sz="1700" kern="1200" dirty="0" err="1"/>
            <a:t>tuning</a:t>
          </a:r>
          <a:r>
            <a:rPr lang="es-AR" sz="1700" kern="1200" dirty="0"/>
            <a:t>, alta disponibilidad.</a:t>
          </a:r>
        </a:p>
      </dsp:txBody>
      <dsp:txXfrm>
        <a:off x="46508" y="1743373"/>
        <a:ext cx="4984773" cy="1466252"/>
      </dsp:txXfrm>
    </dsp:sp>
    <dsp:sp modelId="{03147C4A-6CFC-46D8-88DB-EB7F019781EB}">
      <dsp:nvSpPr>
        <dsp:cNvPr id="0" name=""/>
        <dsp:cNvSpPr/>
      </dsp:nvSpPr>
      <dsp:spPr>
        <a:xfrm>
          <a:off x="891" y="3392110"/>
          <a:ext cx="2485801" cy="155748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AR" sz="1700" kern="1200" dirty="0"/>
            <a:t>Relación con el ciclo de vida del dato: Almacenamiento y operación.</a:t>
          </a:r>
        </a:p>
      </dsp:txBody>
      <dsp:txXfrm>
        <a:off x="46508" y="3437727"/>
        <a:ext cx="2394567" cy="1466252"/>
      </dsp:txXfrm>
    </dsp:sp>
    <dsp:sp modelId="{D7FEC103-1B84-4628-AD92-514F66602497}">
      <dsp:nvSpPr>
        <dsp:cNvPr id="0" name=""/>
        <dsp:cNvSpPr/>
      </dsp:nvSpPr>
      <dsp:spPr>
        <a:xfrm>
          <a:off x="2591097" y="3392110"/>
          <a:ext cx="2485801" cy="1557486"/>
        </a:xfrm>
        <a:prstGeom prst="roundRect">
          <a:avLst>
            <a:gd name="adj" fmla="val 10000"/>
          </a:avLst>
        </a:prstGeom>
        <a:solidFill>
          <a:srgbClr val="99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AR" sz="1700" kern="1200" dirty="0"/>
            <a:t>Enfoque: Técnico profundo.</a:t>
          </a:r>
        </a:p>
      </dsp:txBody>
      <dsp:txXfrm>
        <a:off x="2636714" y="3437727"/>
        <a:ext cx="2394567" cy="1466252"/>
      </dsp:txXfrm>
    </dsp:sp>
    <dsp:sp modelId="{7358F8EE-91DF-4A37-9118-1234E007356C}">
      <dsp:nvSpPr>
        <dsp:cNvPr id="0" name=""/>
        <dsp:cNvSpPr/>
      </dsp:nvSpPr>
      <dsp:spPr>
        <a:xfrm>
          <a:off x="5285706" y="1697756"/>
          <a:ext cx="2485801" cy="1557486"/>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AR" sz="1700" kern="1200" dirty="0"/>
            <a:t>Competencias: SQL avanzado, administración de motores, seguridad, monitoreo, replicación.</a:t>
          </a:r>
        </a:p>
      </dsp:txBody>
      <dsp:txXfrm>
        <a:off x="5331323" y="1743373"/>
        <a:ext cx="2394567" cy="1466252"/>
      </dsp:txXfrm>
    </dsp:sp>
    <dsp:sp modelId="{91CDC645-C920-45FC-A757-452E7C0BD2A5}">
      <dsp:nvSpPr>
        <dsp:cNvPr id="0" name=""/>
        <dsp:cNvSpPr/>
      </dsp:nvSpPr>
      <dsp:spPr>
        <a:xfrm>
          <a:off x="5285706" y="3392110"/>
          <a:ext cx="2485801" cy="1557486"/>
        </a:xfrm>
        <a:prstGeom prst="roundRect">
          <a:avLst>
            <a:gd name="adj" fmla="val 10000"/>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AR" sz="1700" kern="1200" dirty="0"/>
            <a:t>Destinatarios de su trabajo: Ingenieros, arquitectos, aplicaciones críticas.</a:t>
          </a:r>
        </a:p>
      </dsp:txBody>
      <dsp:txXfrm>
        <a:off x="5331323" y="3437727"/>
        <a:ext cx="2394567" cy="14662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3BF563-670F-4052-A3B6-751EBE9A6DC3}">
      <dsp:nvSpPr>
        <dsp:cNvPr id="0" name=""/>
        <dsp:cNvSpPr/>
      </dsp:nvSpPr>
      <dsp:spPr>
        <a:xfrm>
          <a:off x="891" y="3403"/>
          <a:ext cx="7770616" cy="1557486"/>
        </a:xfrm>
        <a:prstGeom prst="roundRect">
          <a:avLst>
            <a:gd name="adj" fmla="val 10000"/>
          </a:avLst>
        </a:prstGeom>
        <a:solidFill>
          <a:schemeClr val="tx2">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s-AR" sz="2900" kern="1200" dirty="0"/>
            <a:t>Propósito: Responsable final del dato: define reglas, acceso, calidad y valor de negocio.</a:t>
          </a:r>
        </a:p>
      </dsp:txBody>
      <dsp:txXfrm>
        <a:off x="46508" y="49020"/>
        <a:ext cx="7679382" cy="1466252"/>
      </dsp:txXfrm>
    </dsp:sp>
    <dsp:sp modelId="{E078CF96-FA3F-46D7-BB36-859709478382}">
      <dsp:nvSpPr>
        <dsp:cNvPr id="0" name=""/>
        <dsp:cNvSpPr/>
      </dsp:nvSpPr>
      <dsp:spPr>
        <a:xfrm>
          <a:off x="12059" y="1697756"/>
          <a:ext cx="5076007" cy="1557486"/>
        </a:xfrm>
        <a:prstGeom prst="roundRect">
          <a:avLst>
            <a:gd name="adj" fmla="val 10000"/>
          </a:avLst>
        </a:prstGeom>
        <a:solidFill>
          <a:srgbClr val="FF66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s-AR" sz="1900" kern="1200" dirty="0"/>
            <a:t>Responsabilidades Clave: Define quién usa el dato, para qué, bajo qué reglas y con qué nivel de calidad.</a:t>
          </a:r>
        </a:p>
      </dsp:txBody>
      <dsp:txXfrm>
        <a:off x="57676" y="1743373"/>
        <a:ext cx="4984773" cy="1466252"/>
      </dsp:txXfrm>
    </dsp:sp>
    <dsp:sp modelId="{03147C4A-6CFC-46D8-88DB-EB7F019781EB}">
      <dsp:nvSpPr>
        <dsp:cNvPr id="0" name=""/>
        <dsp:cNvSpPr/>
      </dsp:nvSpPr>
      <dsp:spPr>
        <a:xfrm>
          <a:off x="891" y="3392110"/>
          <a:ext cx="2485801" cy="155748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s-AR" sz="1900" kern="1200" dirty="0"/>
            <a:t>Relación con el ciclo de vida del dato: Supervisión estratégica del ciclo completo.</a:t>
          </a:r>
        </a:p>
      </dsp:txBody>
      <dsp:txXfrm>
        <a:off x="46508" y="3437727"/>
        <a:ext cx="2394567" cy="1466252"/>
      </dsp:txXfrm>
    </dsp:sp>
    <dsp:sp modelId="{D7FEC103-1B84-4628-AD92-514F66602497}">
      <dsp:nvSpPr>
        <dsp:cNvPr id="0" name=""/>
        <dsp:cNvSpPr/>
      </dsp:nvSpPr>
      <dsp:spPr>
        <a:xfrm>
          <a:off x="2591097" y="3392110"/>
          <a:ext cx="2485801" cy="1557486"/>
        </a:xfrm>
        <a:prstGeom prst="roundRect">
          <a:avLst>
            <a:gd name="adj" fmla="val 10000"/>
          </a:avLst>
        </a:prstGeom>
        <a:solidFill>
          <a:srgbClr val="99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s-AR" sz="1900" kern="1200" dirty="0"/>
            <a:t>Enfoque: Negocio estratégico.</a:t>
          </a:r>
        </a:p>
      </dsp:txBody>
      <dsp:txXfrm>
        <a:off x="2636714" y="3437727"/>
        <a:ext cx="2394567" cy="1466252"/>
      </dsp:txXfrm>
    </dsp:sp>
    <dsp:sp modelId="{7358F8EE-91DF-4A37-9118-1234E007356C}">
      <dsp:nvSpPr>
        <dsp:cNvPr id="0" name=""/>
        <dsp:cNvSpPr/>
      </dsp:nvSpPr>
      <dsp:spPr>
        <a:xfrm>
          <a:off x="5285706" y="1697756"/>
          <a:ext cx="2485801" cy="1557486"/>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s-AR" sz="1900" kern="1200" dirty="0"/>
            <a:t>Competencias: Conocimiento del negocio, definición de reglas, gestión de riesgos.</a:t>
          </a:r>
        </a:p>
      </dsp:txBody>
      <dsp:txXfrm>
        <a:off x="5331323" y="1743373"/>
        <a:ext cx="2394567" cy="1466252"/>
      </dsp:txXfrm>
    </dsp:sp>
    <dsp:sp modelId="{91CDC645-C920-45FC-A757-452E7C0BD2A5}">
      <dsp:nvSpPr>
        <dsp:cNvPr id="0" name=""/>
        <dsp:cNvSpPr/>
      </dsp:nvSpPr>
      <dsp:spPr>
        <a:xfrm>
          <a:off x="5285706" y="3392110"/>
          <a:ext cx="2485801" cy="1557486"/>
        </a:xfrm>
        <a:prstGeom prst="roundRect">
          <a:avLst>
            <a:gd name="adj" fmla="val 10000"/>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s-AR" sz="1900" kern="1200" dirty="0"/>
            <a:t>Destinatarios de su trabajo: Alta dirección, gobernanza.</a:t>
          </a:r>
        </a:p>
      </dsp:txBody>
      <dsp:txXfrm>
        <a:off x="5331323" y="3437727"/>
        <a:ext cx="2394567" cy="146625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3BF563-670F-4052-A3B6-751EBE9A6DC3}">
      <dsp:nvSpPr>
        <dsp:cNvPr id="0" name=""/>
        <dsp:cNvSpPr/>
      </dsp:nvSpPr>
      <dsp:spPr>
        <a:xfrm>
          <a:off x="891" y="3403"/>
          <a:ext cx="7770616" cy="1557486"/>
        </a:xfrm>
        <a:prstGeom prst="roundRect">
          <a:avLst>
            <a:gd name="adj" fmla="val 10000"/>
          </a:avLst>
        </a:prstGeom>
        <a:solidFill>
          <a:schemeClr val="tx2">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s-AR" sz="3100" kern="1200" dirty="0"/>
            <a:t>Propósito: Asegurar calidad, consistencia, documentación y gobernanza del dato.</a:t>
          </a:r>
        </a:p>
      </dsp:txBody>
      <dsp:txXfrm>
        <a:off x="46508" y="49020"/>
        <a:ext cx="7679382" cy="1466252"/>
      </dsp:txXfrm>
    </dsp:sp>
    <dsp:sp modelId="{E078CF96-FA3F-46D7-BB36-859709478382}">
      <dsp:nvSpPr>
        <dsp:cNvPr id="0" name=""/>
        <dsp:cNvSpPr/>
      </dsp:nvSpPr>
      <dsp:spPr>
        <a:xfrm>
          <a:off x="891" y="1697756"/>
          <a:ext cx="5076007" cy="1557486"/>
        </a:xfrm>
        <a:prstGeom prst="roundRect">
          <a:avLst>
            <a:gd name="adj" fmla="val 10000"/>
          </a:avLst>
        </a:prstGeom>
        <a:solidFill>
          <a:srgbClr val="FF66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AR" sz="1700" kern="1200" dirty="0"/>
            <a:t>Responsabilidades Clave: Catalogación, metadatos, control de calidad, estandarización, linaje.</a:t>
          </a:r>
        </a:p>
      </dsp:txBody>
      <dsp:txXfrm>
        <a:off x="46508" y="1743373"/>
        <a:ext cx="4984773" cy="1466252"/>
      </dsp:txXfrm>
    </dsp:sp>
    <dsp:sp modelId="{03147C4A-6CFC-46D8-88DB-EB7F019781EB}">
      <dsp:nvSpPr>
        <dsp:cNvPr id="0" name=""/>
        <dsp:cNvSpPr/>
      </dsp:nvSpPr>
      <dsp:spPr>
        <a:xfrm>
          <a:off x="891" y="3392110"/>
          <a:ext cx="2485801" cy="155748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AR" sz="1700" kern="1200" dirty="0"/>
            <a:t>Relación con el ciclo de vida del dato: Calidad y documentación.</a:t>
          </a:r>
        </a:p>
      </dsp:txBody>
      <dsp:txXfrm>
        <a:off x="46508" y="3437727"/>
        <a:ext cx="2394567" cy="1466252"/>
      </dsp:txXfrm>
    </dsp:sp>
    <dsp:sp modelId="{D7FEC103-1B84-4628-AD92-514F66602497}">
      <dsp:nvSpPr>
        <dsp:cNvPr id="0" name=""/>
        <dsp:cNvSpPr/>
      </dsp:nvSpPr>
      <dsp:spPr>
        <a:xfrm>
          <a:off x="2591097" y="3392110"/>
          <a:ext cx="2485801" cy="1557486"/>
        </a:xfrm>
        <a:prstGeom prst="roundRect">
          <a:avLst>
            <a:gd name="adj" fmla="val 10000"/>
          </a:avLst>
        </a:prstGeom>
        <a:solidFill>
          <a:srgbClr val="99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AR" sz="1700" kern="1200" dirty="0"/>
            <a:t>Enfoque: Mixto con énfasis en calidad.</a:t>
          </a:r>
        </a:p>
      </dsp:txBody>
      <dsp:txXfrm>
        <a:off x="2636714" y="3437727"/>
        <a:ext cx="2394567" cy="1466252"/>
      </dsp:txXfrm>
    </dsp:sp>
    <dsp:sp modelId="{7358F8EE-91DF-4A37-9118-1234E007356C}">
      <dsp:nvSpPr>
        <dsp:cNvPr id="0" name=""/>
        <dsp:cNvSpPr/>
      </dsp:nvSpPr>
      <dsp:spPr>
        <a:xfrm>
          <a:off x="5285706" y="1697756"/>
          <a:ext cx="2485801" cy="1557486"/>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AR" sz="1700" kern="1200" dirty="0"/>
            <a:t>Competencias: Herramientas de catálogo (</a:t>
          </a:r>
          <a:r>
            <a:rPr lang="es-AR" sz="1700" kern="1200" dirty="0" err="1"/>
            <a:t>Collibra</a:t>
          </a:r>
          <a:r>
            <a:rPr lang="es-AR" sz="1700" kern="1200" dirty="0"/>
            <a:t>, </a:t>
          </a:r>
          <a:r>
            <a:rPr lang="es-AR" sz="1700" kern="1200" dirty="0" err="1"/>
            <a:t>Alation</a:t>
          </a:r>
          <a:r>
            <a:rPr lang="es-AR" sz="1700" kern="1200" dirty="0"/>
            <a:t>), estándares de calidad, metadatos.</a:t>
          </a:r>
        </a:p>
      </dsp:txBody>
      <dsp:txXfrm>
        <a:off x="5331323" y="1743373"/>
        <a:ext cx="2394567" cy="1466252"/>
      </dsp:txXfrm>
    </dsp:sp>
    <dsp:sp modelId="{91CDC645-C920-45FC-A757-452E7C0BD2A5}">
      <dsp:nvSpPr>
        <dsp:cNvPr id="0" name=""/>
        <dsp:cNvSpPr/>
      </dsp:nvSpPr>
      <dsp:spPr>
        <a:xfrm>
          <a:off x="5285706" y="3392110"/>
          <a:ext cx="2485801" cy="1557486"/>
        </a:xfrm>
        <a:prstGeom prst="roundRect">
          <a:avLst>
            <a:gd name="adj" fmla="val 10000"/>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AR" sz="1700" kern="1200" dirty="0"/>
            <a:t>Destinatarios de su trabajo: Custodios, analistas, ingenieros.</a:t>
          </a:r>
        </a:p>
      </dsp:txBody>
      <dsp:txXfrm>
        <a:off x="5331323" y="3437727"/>
        <a:ext cx="2394567" cy="146625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3BF563-670F-4052-A3B6-751EBE9A6DC3}">
      <dsp:nvSpPr>
        <dsp:cNvPr id="0" name=""/>
        <dsp:cNvSpPr/>
      </dsp:nvSpPr>
      <dsp:spPr>
        <a:xfrm>
          <a:off x="891" y="3403"/>
          <a:ext cx="7770616" cy="1557486"/>
        </a:xfrm>
        <a:prstGeom prst="roundRect">
          <a:avLst>
            <a:gd name="adj" fmla="val 10000"/>
          </a:avLst>
        </a:prstGeom>
        <a:solidFill>
          <a:schemeClr val="tx2">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s-AR" sz="2900" kern="1200" dirty="0"/>
            <a:t>Propósito: Diseñar y operar pipelines de ingreso, transformación y almacenamiento de datos.</a:t>
          </a:r>
        </a:p>
      </dsp:txBody>
      <dsp:txXfrm>
        <a:off x="46508" y="49020"/>
        <a:ext cx="7679382" cy="1466252"/>
      </dsp:txXfrm>
    </dsp:sp>
    <dsp:sp modelId="{E078CF96-FA3F-46D7-BB36-859709478382}">
      <dsp:nvSpPr>
        <dsp:cNvPr id="0" name=""/>
        <dsp:cNvSpPr/>
      </dsp:nvSpPr>
      <dsp:spPr>
        <a:xfrm>
          <a:off x="891" y="1697756"/>
          <a:ext cx="5076007" cy="1557486"/>
        </a:xfrm>
        <a:prstGeom prst="roundRect">
          <a:avLst>
            <a:gd name="adj" fmla="val 10000"/>
          </a:avLst>
        </a:prstGeom>
        <a:solidFill>
          <a:srgbClr val="FF66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s-AR" sz="1900" kern="1200" dirty="0"/>
            <a:t>Responsabilidades Clave: Ingreso, ETL/ELT, integración, almacenamiento (DW, DL), automatización.</a:t>
          </a:r>
        </a:p>
      </dsp:txBody>
      <dsp:txXfrm>
        <a:off x="46508" y="1743373"/>
        <a:ext cx="4984773" cy="1466252"/>
      </dsp:txXfrm>
    </dsp:sp>
    <dsp:sp modelId="{03147C4A-6CFC-46D8-88DB-EB7F019781EB}">
      <dsp:nvSpPr>
        <dsp:cNvPr id="0" name=""/>
        <dsp:cNvSpPr/>
      </dsp:nvSpPr>
      <dsp:spPr>
        <a:xfrm>
          <a:off x="891" y="3392110"/>
          <a:ext cx="2485801" cy="155748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s-AR" sz="1900" kern="1200" dirty="0"/>
            <a:t>Relación con el ciclo de vida del dato: Ingreso, procesamiento y almacenamiento.</a:t>
          </a:r>
        </a:p>
      </dsp:txBody>
      <dsp:txXfrm>
        <a:off x="46508" y="3437727"/>
        <a:ext cx="2394567" cy="1466252"/>
      </dsp:txXfrm>
    </dsp:sp>
    <dsp:sp modelId="{D7FEC103-1B84-4628-AD92-514F66602497}">
      <dsp:nvSpPr>
        <dsp:cNvPr id="0" name=""/>
        <dsp:cNvSpPr/>
      </dsp:nvSpPr>
      <dsp:spPr>
        <a:xfrm>
          <a:off x="2591097" y="3392110"/>
          <a:ext cx="2485801" cy="1557486"/>
        </a:xfrm>
        <a:prstGeom prst="roundRect">
          <a:avLst>
            <a:gd name="adj" fmla="val 10000"/>
          </a:avLst>
        </a:prstGeom>
        <a:solidFill>
          <a:srgbClr val="99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s-AR" sz="1900" kern="1200" dirty="0"/>
            <a:t>Enfoque: Técnico profundo.</a:t>
          </a:r>
        </a:p>
      </dsp:txBody>
      <dsp:txXfrm>
        <a:off x="2636714" y="3437727"/>
        <a:ext cx="2394567" cy="1466252"/>
      </dsp:txXfrm>
    </dsp:sp>
    <dsp:sp modelId="{7358F8EE-91DF-4A37-9118-1234E007356C}">
      <dsp:nvSpPr>
        <dsp:cNvPr id="0" name=""/>
        <dsp:cNvSpPr/>
      </dsp:nvSpPr>
      <dsp:spPr>
        <a:xfrm>
          <a:off x="5285706" y="1697756"/>
          <a:ext cx="2485801" cy="1557486"/>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s-AR" sz="1900" kern="1200" dirty="0"/>
            <a:t>Competencias: Python/Scala, Spark, ETL, bases relacionales y no relacionales, </a:t>
          </a:r>
          <a:r>
            <a:rPr lang="es-AR" sz="1900" kern="1200" dirty="0" err="1"/>
            <a:t>cloud</a:t>
          </a:r>
          <a:r>
            <a:rPr lang="es-AR" sz="1900" kern="1200" dirty="0"/>
            <a:t>.</a:t>
          </a:r>
        </a:p>
      </dsp:txBody>
      <dsp:txXfrm>
        <a:off x="5331323" y="1743373"/>
        <a:ext cx="2394567" cy="1466252"/>
      </dsp:txXfrm>
    </dsp:sp>
    <dsp:sp modelId="{91CDC645-C920-45FC-A757-452E7C0BD2A5}">
      <dsp:nvSpPr>
        <dsp:cNvPr id="0" name=""/>
        <dsp:cNvSpPr/>
      </dsp:nvSpPr>
      <dsp:spPr>
        <a:xfrm>
          <a:off x="5285706" y="3392110"/>
          <a:ext cx="2485801" cy="1557486"/>
        </a:xfrm>
        <a:prstGeom prst="roundRect">
          <a:avLst>
            <a:gd name="adj" fmla="val 10000"/>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s-AR" sz="1900" kern="1200" dirty="0"/>
            <a:t>Destinatarios de su trabajo: Analistas, científicos, arquitectos.</a:t>
          </a:r>
        </a:p>
      </dsp:txBody>
      <dsp:txXfrm>
        <a:off x="5331323" y="3437727"/>
        <a:ext cx="2394567" cy="146625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3BF563-670F-4052-A3B6-751EBE9A6DC3}">
      <dsp:nvSpPr>
        <dsp:cNvPr id="0" name=""/>
        <dsp:cNvSpPr/>
      </dsp:nvSpPr>
      <dsp:spPr>
        <a:xfrm>
          <a:off x="891" y="3403"/>
          <a:ext cx="7770616" cy="1557486"/>
        </a:xfrm>
        <a:prstGeom prst="roundRect">
          <a:avLst>
            <a:gd name="adj" fmla="val 10000"/>
          </a:avLst>
        </a:prstGeom>
        <a:solidFill>
          <a:schemeClr val="tx2">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s-AR" sz="2900" kern="1200" dirty="0"/>
            <a:t>Propósito: Diseñar la arquitectura global de datos: modelos, flujos, plataformas y estándares.</a:t>
          </a:r>
        </a:p>
      </dsp:txBody>
      <dsp:txXfrm>
        <a:off x="46508" y="49020"/>
        <a:ext cx="7679382" cy="1466252"/>
      </dsp:txXfrm>
    </dsp:sp>
    <dsp:sp modelId="{E078CF96-FA3F-46D7-BB36-859709478382}">
      <dsp:nvSpPr>
        <dsp:cNvPr id="0" name=""/>
        <dsp:cNvSpPr/>
      </dsp:nvSpPr>
      <dsp:spPr>
        <a:xfrm>
          <a:off x="891" y="1697756"/>
          <a:ext cx="5076007" cy="1557486"/>
        </a:xfrm>
        <a:prstGeom prst="roundRect">
          <a:avLst>
            <a:gd name="adj" fmla="val 10000"/>
          </a:avLst>
        </a:prstGeom>
        <a:solidFill>
          <a:srgbClr val="FF66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AR" sz="1600" kern="1200" dirty="0"/>
            <a:t>Responsabilidades Clave: Diseño de modelos, elección de tecnologías, definición de flujos y políticas.</a:t>
          </a:r>
        </a:p>
      </dsp:txBody>
      <dsp:txXfrm>
        <a:off x="46508" y="1743373"/>
        <a:ext cx="4984773" cy="1466252"/>
      </dsp:txXfrm>
    </dsp:sp>
    <dsp:sp modelId="{03147C4A-6CFC-46D8-88DB-EB7F019781EB}">
      <dsp:nvSpPr>
        <dsp:cNvPr id="0" name=""/>
        <dsp:cNvSpPr/>
      </dsp:nvSpPr>
      <dsp:spPr>
        <a:xfrm>
          <a:off x="891" y="3392110"/>
          <a:ext cx="2485801" cy="155748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AR" sz="1600" kern="1200" dirty="0"/>
            <a:t>Relación con el ciclo de vida del dato: Diseño global del ciclo.</a:t>
          </a:r>
        </a:p>
      </dsp:txBody>
      <dsp:txXfrm>
        <a:off x="46508" y="3437727"/>
        <a:ext cx="2394567" cy="1466252"/>
      </dsp:txXfrm>
    </dsp:sp>
    <dsp:sp modelId="{D7FEC103-1B84-4628-AD92-514F66602497}">
      <dsp:nvSpPr>
        <dsp:cNvPr id="0" name=""/>
        <dsp:cNvSpPr/>
      </dsp:nvSpPr>
      <dsp:spPr>
        <a:xfrm>
          <a:off x="2591097" y="3392110"/>
          <a:ext cx="2485801" cy="1557486"/>
        </a:xfrm>
        <a:prstGeom prst="roundRect">
          <a:avLst>
            <a:gd name="adj" fmla="val 10000"/>
          </a:avLst>
        </a:prstGeom>
        <a:solidFill>
          <a:srgbClr val="99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AR" sz="1600" kern="1200" dirty="0"/>
            <a:t>Enfoque: Técnico estratégico.</a:t>
          </a:r>
        </a:p>
      </dsp:txBody>
      <dsp:txXfrm>
        <a:off x="2636714" y="3437727"/>
        <a:ext cx="2394567" cy="1466252"/>
      </dsp:txXfrm>
    </dsp:sp>
    <dsp:sp modelId="{7358F8EE-91DF-4A37-9118-1234E007356C}">
      <dsp:nvSpPr>
        <dsp:cNvPr id="0" name=""/>
        <dsp:cNvSpPr/>
      </dsp:nvSpPr>
      <dsp:spPr>
        <a:xfrm>
          <a:off x="5285706" y="1697756"/>
          <a:ext cx="2485801" cy="1557486"/>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AR" sz="1600" kern="1200" dirty="0"/>
            <a:t>Competencias: Modelado conceptual/lógico/físico, diseño de plataformas, </a:t>
          </a:r>
          <a:r>
            <a:rPr lang="es-AR" sz="1600" kern="1200" dirty="0" err="1"/>
            <a:t>cloud</a:t>
          </a:r>
          <a:r>
            <a:rPr lang="es-AR" sz="1600" kern="1200" dirty="0"/>
            <a:t>, integración.</a:t>
          </a:r>
        </a:p>
      </dsp:txBody>
      <dsp:txXfrm>
        <a:off x="5331323" y="1743373"/>
        <a:ext cx="2394567" cy="1466252"/>
      </dsp:txXfrm>
    </dsp:sp>
    <dsp:sp modelId="{91CDC645-C920-45FC-A757-452E7C0BD2A5}">
      <dsp:nvSpPr>
        <dsp:cNvPr id="0" name=""/>
        <dsp:cNvSpPr/>
      </dsp:nvSpPr>
      <dsp:spPr>
        <a:xfrm>
          <a:off x="5285706" y="3392110"/>
          <a:ext cx="2485801" cy="1557486"/>
        </a:xfrm>
        <a:prstGeom prst="roundRect">
          <a:avLst>
            <a:gd name="adj" fmla="val 10000"/>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AR" sz="1600" kern="1200" dirty="0"/>
            <a:t>Destinatarios de su trabajo: Ingenieros, científicos, líderes técnicos.</a:t>
          </a:r>
        </a:p>
      </dsp:txBody>
      <dsp:txXfrm>
        <a:off x="5331323" y="3437727"/>
        <a:ext cx="2394567" cy="146625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3BF563-670F-4052-A3B6-751EBE9A6DC3}">
      <dsp:nvSpPr>
        <dsp:cNvPr id="0" name=""/>
        <dsp:cNvSpPr/>
      </dsp:nvSpPr>
      <dsp:spPr>
        <a:xfrm>
          <a:off x="891" y="3403"/>
          <a:ext cx="7770616" cy="1557486"/>
        </a:xfrm>
        <a:prstGeom prst="roundRect">
          <a:avLst>
            <a:gd name="adj" fmla="val 10000"/>
          </a:avLst>
        </a:prstGeom>
        <a:solidFill>
          <a:schemeClr val="tx2">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s-AR" sz="2900" kern="1200" dirty="0"/>
            <a:t>Propósito: Supervisar el uso correcto del dato, políticas, definiciones y cumplimiento normativo.</a:t>
          </a:r>
        </a:p>
      </dsp:txBody>
      <dsp:txXfrm>
        <a:off x="46508" y="49020"/>
        <a:ext cx="7679382" cy="1466252"/>
      </dsp:txXfrm>
    </dsp:sp>
    <dsp:sp modelId="{E078CF96-FA3F-46D7-BB36-859709478382}">
      <dsp:nvSpPr>
        <dsp:cNvPr id="0" name=""/>
        <dsp:cNvSpPr/>
      </dsp:nvSpPr>
      <dsp:spPr>
        <a:xfrm>
          <a:off x="891" y="1697756"/>
          <a:ext cx="5076007" cy="1557486"/>
        </a:xfrm>
        <a:prstGeom prst="roundRect">
          <a:avLst>
            <a:gd name="adj" fmla="val 10000"/>
          </a:avLst>
        </a:prstGeom>
        <a:solidFill>
          <a:srgbClr val="FF66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AR" sz="1600" kern="1200" dirty="0"/>
            <a:t>Responsabilidades Clave: Gobernanza, cumplimiento, definición de estándares, control de acceso.</a:t>
          </a:r>
        </a:p>
      </dsp:txBody>
      <dsp:txXfrm>
        <a:off x="46508" y="1743373"/>
        <a:ext cx="4984773" cy="1466252"/>
      </dsp:txXfrm>
    </dsp:sp>
    <dsp:sp modelId="{03147C4A-6CFC-46D8-88DB-EB7F019781EB}">
      <dsp:nvSpPr>
        <dsp:cNvPr id="0" name=""/>
        <dsp:cNvSpPr/>
      </dsp:nvSpPr>
      <dsp:spPr>
        <a:xfrm>
          <a:off x="891" y="3392110"/>
          <a:ext cx="2485801" cy="155748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AR" sz="1600" kern="1200" dirty="0"/>
            <a:t>Relación con el ciclo de vida del dato: Gobernanza transversal.</a:t>
          </a:r>
        </a:p>
      </dsp:txBody>
      <dsp:txXfrm>
        <a:off x="46508" y="3437727"/>
        <a:ext cx="2394567" cy="1466252"/>
      </dsp:txXfrm>
    </dsp:sp>
    <dsp:sp modelId="{D7FEC103-1B84-4628-AD92-514F66602497}">
      <dsp:nvSpPr>
        <dsp:cNvPr id="0" name=""/>
        <dsp:cNvSpPr/>
      </dsp:nvSpPr>
      <dsp:spPr>
        <a:xfrm>
          <a:off x="2591097" y="3392110"/>
          <a:ext cx="2485801" cy="1557486"/>
        </a:xfrm>
        <a:prstGeom prst="roundRect">
          <a:avLst>
            <a:gd name="adj" fmla="val 10000"/>
          </a:avLst>
        </a:prstGeom>
        <a:solidFill>
          <a:srgbClr val="99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AR" sz="1600" kern="1200" dirty="0"/>
            <a:t>Enfoque: Negocio + gobernanza.</a:t>
          </a:r>
        </a:p>
      </dsp:txBody>
      <dsp:txXfrm>
        <a:off x="2636714" y="3437727"/>
        <a:ext cx="2394567" cy="1466252"/>
      </dsp:txXfrm>
    </dsp:sp>
    <dsp:sp modelId="{7358F8EE-91DF-4A37-9118-1234E007356C}">
      <dsp:nvSpPr>
        <dsp:cNvPr id="0" name=""/>
        <dsp:cNvSpPr/>
      </dsp:nvSpPr>
      <dsp:spPr>
        <a:xfrm>
          <a:off x="5285706" y="1697756"/>
          <a:ext cx="2485801" cy="1557486"/>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AR" sz="1600" kern="1200" dirty="0"/>
            <a:t>Competencias: Gobernanza, </a:t>
          </a:r>
          <a:r>
            <a:rPr lang="es-AR" sz="1600" kern="1200" dirty="0" err="1"/>
            <a:t>compliance</a:t>
          </a:r>
          <a:r>
            <a:rPr lang="es-AR" sz="1600" kern="1200" dirty="0"/>
            <a:t>, políticas, documentación, comunicación con negocio.</a:t>
          </a:r>
        </a:p>
      </dsp:txBody>
      <dsp:txXfrm>
        <a:off x="5331323" y="1743373"/>
        <a:ext cx="2394567" cy="1466252"/>
      </dsp:txXfrm>
    </dsp:sp>
    <dsp:sp modelId="{91CDC645-C920-45FC-A757-452E7C0BD2A5}">
      <dsp:nvSpPr>
        <dsp:cNvPr id="0" name=""/>
        <dsp:cNvSpPr/>
      </dsp:nvSpPr>
      <dsp:spPr>
        <a:xfrm>
          <a:off x="5285706" y="3392110"/>
          <a:ext cx="2485801" cy="1557486"/>
        </a:xfrm>
        <a:prstGeom prst="roundRect">
          <a:avLst>
            <a:gd name="adj" fmla="val 10000"/>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AR" sz="1600" kern="1200" dirty="0"/>
            <a:t>Destinatarios de su trabajo: Toda la organización.</a:t>
          </a:r>
        </a:p>
      </dsp:txBody>
      <dsp:txXfrm>
        <a:off x="5331323" y="3437727"/>
        <a:ext cx="2394567" cy="146625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3BF563-670F-4052-A3B6-751EBE9A6DC3}">
      <dsp:nvSpPr>
        <dsp:cNvPr id="0" name=""/>
        <dsp:cNvSpPr/>
      </dsp:nvSpPr>
      <dsp:spPr>
        <a:xfrm>
          <a:off x="891" y="3403"/>
          <a:ext cx="7770616" cy="1557486"/>
        </a:xfrm>
        <a:prstGeom prst="roundRect">
          <a:avLst>
            <a:gd name="adj" fmla="val 10000"/>
          </a:avLst>
        </a:prstGeom>
        <a:solidFill>
          <a:schemeClr val="tx2">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s-AR" sz="2900" kern="1200" dirty="0"/>
            <a:t>Propósito: Transformar datos en información útil mediante análisis, reportes y visualizaciones.</a:t>
          </a:r>
        </a:p>
      </dsp:txBody>
      <dsp:txXfrm>
        <a:off x="46508" y="49020"/>
        <a:ext cx="7679382" cy="1466252"/>
      </dsp:txXfrm>
    </dsp:sp>
    <dsp:sp modelId="{E078CF96-FA3F-46D7-BB36-859709478382}">
      <dsp:nvSpPr>
        <dsp:cNvPr id="0" name=""/>
        <dsp:cNvSpPr/>
      </dsp:nvSpPr>
      <dsp:spPr>
        <a:xfrm>
          <a:off x="891" y="1697756"/>
          <a:ext cx="5076007" cy="1557486"/>
        </a:xfrm>
        <a:prstGeom prst="roundRect">
          <a:avLst>
            <a:gd name="adj" fmla="val 10000"/>
          </a:avLst>
        </a:prstGeom>
        <a:solidFill>
          <a:srgbClr val="FF66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s-AR" sz="1900" kern="1200" dirty="0"/>
            <a:t>Responsabilidades Clave: Limpieza básica, consultas, </a:t>
          </a:r>
          <a:r>
            <a:rPr lang="es-AR" sz="1900" kern="1200" dirty="0" err="1"/>
            <a:t>dashboards</a:t>
          </a:r>
          <a:r>
            <a:rPr lang="es-AR" sz="1900" kern="1200" dirty="0"/>
            <a:t>, </a:t>
          </a:r>
          <a:r>
            <a:rPr lang="es-AR" sz="1900" kern="1200" dirty="0" err="1"/>
            <a:t>KPIs</a:t>
          </a:r>
          <a:r>
            <a:rPr lang="es-AR" sz="1900" kern="1200" dirty="0"/>
            <a:t>, </a:t>
          </a:r>
          <a:r>
            <a:rPr lang="es-AR" sz="1900" kern="1200" dirty="0" err="1"/>
            <a:t>storytelling</a:t>
          </a:r>
          <a:r>
            <a:rPr lang="es-AR" sz="1900" kern="1200" dirty="0"/>
            <a:t> con datos.</a:t>
          </a:r>
        </a:p>
      </dsp:txBody>
      <dsp:txXfrm>
        <a:off x="46508" y="1743373"/>
        <a:ext cx="4984773" cy="1466252"/>
      </dsp:txXfrm>
    </dsp:sp>
    <dsp:sp modelId="{03147C4A-6CFC-46D8-88DB-EB7F019781EB}">
      <dsp:nvSpPr>
        <dsp:cNvPr id="0" name=""/>
        <dsp:cNvSpPr/>
      </dsp:nvSpPr>
      <dsp:spPr>
        <a:xfrm>
          <a:off x="891" y="3392110"/>
          <a:ext cx="2485801" cy="155748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s-AR" sz="1900" kern="1200" dirty="0"/>
            <a:t>Relación con el ciclo de vida del dato: Consumo y análisis.</a:t>
          </a:r>
        </a:p>
      </dsp:txBody>
      <dsp:txXfrm>
        <a:off x="46508" y="3437727"/>
        <a:ext cx="2394567" cy="1466252"/>
      </dsp:txXfrm>
    </dsp:sp>
    <dsp:sp modelId="{D7FEC103-1B84-4628-AD92-514F66602497}">
      <dsp:nvSpPr>
        <dsp:cNvPr id="0" name=""/>
        <dsp:cNvSpPr/>
      </dsp:nvSpPr>
      <dsp:spPr>
        <a:xfrm>
          <a:off x="2591097" y="3392110"/>
          <a:ext cx="2485801" cy="1557486"/>
        </a:xfrm>
        <a:prstGeom prst="roundRect">
          <a:avLst>
            <a:gd name="adj" fmla="val 10000"/>
          </a:avLst>
        </a:prstGeom>
        <a:solidFill>
          <a:srgbClr val="99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s-AR" sz="1900" kern="1200" dirty="0"/>
            <a:t>Enfoque: Mixto (técnico + negocio).</a:t>
          </a:r>
        </a:p>
      </dsp:txBody>
      <dsp:txXfrm>
        <a:off x="2636714" y="3437727"/>
        <a:ext cx="2394567" cy="1466252"/>
      </dsp:txXfrm>
    </dsp:sp>
    <dsp:sp modelId="{7358F8EE-91DF-4A37-9118-1234E007356C}">
      <dsp:nvSpPr>
        <dsp:cNvPr id="0" name=""/>
        <dsp:cNvSpPr/>
      </dsp:nvSpPr>
      <dsp:spPr>
        <a:xfrm>
          <a:off x="5285706" y="1697756"/>
          <a:ext cx="2485801" cy="1557486"/>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s-AR" sz="1900" kern="1200" dirty="0"/>
            <a:t>Competencias: SQL, Power BI/</a:t>
          </a:r>
          <a:r>
            <a:rPr lang="es-AR" sz="1900" kern="1200" dirty="0" err="1"/>
            <a:t>Tableau</a:t>
          </a:r>
          <a:r>
            <a:rPr lang="es-AR" sz="1900" kern="1200" dirty="0"/>
            <a:t>, estadística descriptiva, DAX, Excel.</a:t>
          </a:r>
        </a:p>
      </dsp:txBody>
      <dsp:txXfrm>
        <a:off x="5331323" y="1743373"/>
        <a:ext cx="2394567" cy="1466252"/>
      </dsp:txXfrm>
    </dsp:sp>
    <dsp:sp modelId="{91CDC645-C920-45FC-A757-452E7C0BD2A5}">
      <dsp:nvSpPr>
        <dsp:cNvPr id="0" name=""/>
        <dsp:cNvSpPr/>
      </dsp:nvSpPr>
      <dsp:spPr>
        <a:xfrm>
          <a:off x="5285706" y="3392110"/>
          <a:ext cx="2485801" cy="1557486"/>
        </a:xfrm>
        <a:prstGeom prst="roundRect">
          <a:avLst>
            <a:gd name="adj" fmla="val 10000"/>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s-AR" sz="1900" kern="1200" dirty="0"/>
            <a:t>Destinatarios de su trabajo: Gerencia, áreas de negocio, producto.</a:t>
          </a:r>
        </a:p>
      </dsp:txBody>
      <dsp:txXfrm>
        <a:off x="5331323" y="3437727"/>
        <a:ext cx="2394567" cy="146625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3BF563-670F-4052-A3B6-751EBE9A6DC3}">
      <dsp:nvSpPr>
        <dsp:cNvPr id="0" name=""/>
        <dsp:cNvSpPr/>
      </dsp:nvSpPr>
      <dsp:spPr>
        <a:xfrm>
          <a:off x="891" y="3403"/>
          <a:ext cx="7770616" cy="1557486"/>
        </a:xfrm>
        <a:prstGeom prst="roundRect">
          <a:avLst>
            <a:gd name="adj" fmla="val 10000"/>
          </a:avLst>
        </a:prstGeom>
        <a:solidFill>
          <a:schemeClr val="tx2">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s-AR" sz="2900" kern="1200" dirty="0"/>
            <a:t>Propósito: Crear modelos estadísticos y de machine </a:t>
          </a:r>
          <a:r>
            <a:rPr lang="es-AR" sz="2900" kern="1200" dirty="0" err="1"/>
            <a:t>learning</a:t>
          </a:r>
          <a:r>
            <a:rPr lang="es-AR" sz="2900" kern="1200" dirty="0"/>
            <a:t> para generar predicciones y conocimiento avanzado.</a:t>
          </a:r>
        </a:p>
      </dsp:txBody>
      <dsp:txXfrm>
        <a:off x="46508" y="49020"/>
        <a:ext cx="7679382" cy="1466252"/>
      </dsp:txXfrm>
    </dsp:sp>
    <dsp:sp modelId="{E078CF96-FA3F-46D7-BB36-859709478382}">
      <dsp:nvSpPr>
        <dsp:cNvPr id="0" name=""/>
        <dsp:cNvSpPr/>
      </dsp:nvSpPr>
      <dsp:spPr>
        <a:xfrm>
          <a:off x="891" y="1697756"/>
          <a:ext cx="5076007" cy="1557486"/>
        </a:xfrm>
        <a:prstGeom prst="roundRect">
          <a:avLst>
            <a:gd name="adj" fmla="val 10000"/>
          </a:avLst>
        </a:prstGeom>
        <a:solidFill>
          <a:srgbClr val="FF66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AR" sz="1800" kern="1200" dirty="0"/>
            <a:t>Responsabilidades Clave: </a:t>
          </a:r>
          <a:r>
            <a:rPr lang="es-AR" sz="1800" kern="1200" dirty="0" err="1"/>
            <a:t>Feature</a:t>
          </a:r>
          <a:r>
            <a:rPr lang="es-AR" sz="1800" kern="1200" dirty="0"/>
            <a:t> </a:t>
          </a:r>
          <a:r>
            <a:rPr lang="es-AR" sz="1800" kern="1200" dirty="0" err="1"/>
            <a:t>engineering</a:t>
          </a:r>
          <a:r>
            <a:rPr lang="es-AR" sz="1800" kern="1200" dirty="0"/>
            <a:t>, experimentación, entrenamiento de modelos, validación, despliegue.</a:t>
          </a:r>
        </a:p>
      </dsp:txBody>
      <dsp:txXfrm>
        <a:off x="46508" y="1743373"/>
        <a:ext cx="4984773" cy="1466252"/>
      </dsp:txXfrm>
    </dsp:sp>
    <dsp:sp modelId="{03147C4A-6CFC-46D8-88DB-EB7F019781EB}">
      <dsp:nvSpPr>
        <dsp:cNvPr id="0" name=""/>
        <dsp:cNvSpPr/>
      </dsp:nvSpPr>
      <dsp:spPr>
        <a:xfrm>
          <a:off x="891" y="3392110"/>
          <a:ext cx="2485801" cy="155748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AR" sz="1800" kern="1200" dirty="0"/>
            <a:t>Relación con el ciclo de vida del dato: Modelado avanzado y experimentación.</a:t>
          </a:r>
        </a:p>
      </dsp:txBody>
      <dsp:txXfrm>
        <a:off x="46508" y="3437727"/>
        <a:ext cx="2394567" cy="1466252"/>
      </dsp:txXfrm>
    </dsp:sp>
    <dsp:sp modelId="{D7FEC103-1B84-4628-AD92-514F66602497}">
      <dsp:nvSpPr>
        <dsp:cNvPr id="0" name=""/>
        <dsp:cNvSpPr/>
      </dsp:nvSpPr>
      <dsp:spPr>
        <a:xfrm>
          <a:off x="2591097" y="3392110"/>
          <a:ext cx="2485801" cy="1557486"/>
        </a:xfrm>
        <a:prstGeom prst="roundRect">
          <a:avLst>
            <a:gd name="adj" fmla="val 10000"/>
          </a:avLst>
        </a:prstGeom>
        <a:solidFill>
          <a:srgbClr val="99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AR" sz="1800" kern="1200" dirty="0"/>
            <a:t>Enfoque: Técnico avanzado.</a:t>
          </a:r>
        </a:p>
      </dsp:txBody>
      <dsp:txXfrm>
        <a:off x="2636714" y="3437727"/>
        <a:ext cx="2394567" cy="1466252"/>
      </dsp:txXfrm>
    </dsp:sp>
    <dsp:sp modelId="{7358F8EE-91DF-4A37-9118-1234E007356C}">
      <dsp:nvSpPr>
        <dsp:cNvPr id="0" name=""/>
        <dsp:cNvSpPr/>
      </dsp:nvSpPr>
      <dsp:spPr>
        <a:xfrm>
          <a:off x="5285706" y="1697756"/>
          <a:ext cx="2485801" cy="1557486"/>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AR" sz="1800" kern="1200" dirty="0"/>
            <a:t>Competencias: Estadística, ML, Python/R, notebooks, experimentación, </a:t>
          </a:r>
          <a:r>
            <a:rPr lang="es-AR" sz="1800" kern="1200" dirty="0" err="1"/>
            <a:t>MLOps</a:t>
          </a:r>
          <a:r>
            <a:rPr lang="es-AR" sz="1800" kern="1200" dirty="0"/>
            <a:t>.</a:t>
          </a:r>
        </a:p>
      </dsp:txBody>
      <dsp:txXfrm>
        <a:off x="5331323" y="1743373"/>
        <a:ext cx="2394567" cy="1466252"/>
      </dsp:txXfrm>
    </dsp:sp>
    <dsp:sp modelId="{91CDC645-C920-45FC-A757-452E7C0BD2A5}">
      <dsp:nvSpPr>
        <dsp:cNvPr id="0" name=""/>
        <dsp:cNvSpPr/>
      </dsp:nvSpPr>
      <dsp:spPr>
        <a:xfrm>
          <a:off x="5285706" y="3392110"/>
          <a:ext cx="2485801" cy="1557486"/>
        </a:xfrm>
        <a:prstGeom prst="roundRect">
          <a:avLst>
            <a:gd name="adj" fmla="val 10000"/>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AR" sz="1800" kern="1200" dirty="0"/>
            <a:t>Destinatarios de su trabajo: Negocio, producto, ingeniería de ML (machine </a:t>
          </a:r>
          <a:r>
            <a:rPr lang="es-AR" sz="1800" kern="1200" dirty="0" err="1"/>
            <a:t>learning</a:t>
          </a:r>
          <a:r>
            <a:rPr lang="es-AR" sz="1800" kern="1200" dirty="0"/>
            <a:t>).</a:t>
          </a:r>
        </a:p>
      </dsp:txBody>
      <dsp:txXfrm>
        <a:off x="5331323" y="3437727"/>
        <a:ext cx="2394567" cy="146625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solidFill>
                  <a:schemeClr val="tx1"/>
                </a:solidFill>
              </a:defRPr>
            </a:lvl1pPr>
          </a:lstStyle>
          <a:p>
            <a:pPr>
              <a:defRPr/>
            </a:pPr>
            <a:endParaRPr lang="es-AR"/>
          </a:p>
        </p:txBody>
      </p:sp>
      <p:sp>
        <p:nvSpPr>
          <p:cNvPr id="51203" name="Rectangle 3"/>
          <p:cNvSpPr>
            <a:spLocks noGrp="1" noChangeArrowheads="1"/>
          </p:cNvSpPr>
          <p:nvPr>
            <p:ph type="dt" sz="quarter" idx="1"/>
          </p:nvPr>
        </p:nvSpPr>
        <p:spPr bwMode="auto">
          <a:xfrm>
            <a:off x="3886200" y="0"/>
            <a:ext cx="297180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solidFill>
                  <a:schemeClr val="tx1"/>
                </a:solidFill>
              </a:defRPr>
            </a:lvl1pPr>
          </a:lstStyle>
          <a:p>
            <a:pPr>
              <a:defRPr/>
            </a:pPr>
            <a:endParaRPr lang="es-AR"/>
          </a:p>
        </p:txBody>
      </p:sp>
      <p:sp>
        <p:nvSpPr>
          <p:cNvPr id="51204" name="Rectangle 4"/>
          <p:cNvSpPr>
            <a:spLocks noGrp="1" noChangeArrowheads="1"/>
          </p:cNvSpPr>
          <p:nvPr>
            <p:ph type="ftr" sz="quarter" idx="2"/>
          </p:nvPr>
        </p:nvSpPr>
        <p:spPr bwMode="auto">
          <a:xfrm>
            <a:off x="0" y="8831263"/>
            <a:ext cx="2971800" cy="46513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solidFill>
                  <a:schemeClr val="tx1"/>
                </a:solidFill>
              </a:defRPr>
            </a:lvl1pPr>
          </a:lstStyle>
          <a:p>
            <a:pPr>
              <a:defRPr/>
            </a:pPr>
            <a:endParaRPr lang="es-AR"/>
          </a:p>
        </p:txBody>
      </p:sp>
      <p:sp>
        <p:nvSpPr>
          <p:cNvPr id="51205" name="Rectangle 5"/>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solidFill>
                  <a:schemeClr val="tx1"/>
                </a:solidFill>
              </a:defRPr>
            </a:lvl1pPr>
          </a:lstStyle>
          <a:p>
            <a:fld id="{A19E5CD1-44E7-47F1-8C9C-B57532E6E0C8}" type="slidenum">
              <a:rPr lang="es-AR" altLang="es-AR"/>
              <a:pPr/>
              <a:t>‹Nº›</a:t>
            </a:fld>
            <a:endParaRPr lang="es-AR" altLang="es-AR"/>
          </a:p>
        </p:txBody>
      </p:sp>
    </p:spTree>
    <p:extLst>
      <p:ext uri="{BB962C8B-B14F-4D97-AF65-F5344CB8AC3E}">
        <p14:creationId xmlns:p14="http://schemas.microsoft.com/office/powerpoint/2010/main" val="4778259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1026"/>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solidFill>
                  <a:schemeClr val="tx1"/>
                </a:solidFill>
              </a:defRPr>
            </a:lvl1pPr>
          </a:lstStyle>
          <a:p>
            <a:pPr>
              <a:defRPr/>
            </a:pPr>
            <a:endParaRPr lang="es-AR"/>
          </a:p>
        </p:txBody>
      </p:sp>
      <p:sp>
        <p:nvSpPr>
          <p:cNvPr id="11267" name="Rectangle 1027"/>
          <p:cNvSpPr>
            <a:spLocks noGrp="1" noChangeArrowheads="1"/>
          </p:cNvSpPr>
          <p:nvPr>
            <p:ph type="dt" idx="1"/>
          </p:nvPr>
        </p:nvSpPr>
        <p:spPr bwMode="auto">
          <a:xfrm>
            <a:off x="3886200" y="0"/>
            <a:ext cx="297180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solidFill>
                  <a:schemeClr val="tx1"/>
                </a:solidFill>
              </a:defRPr>
            </a:lvl1pPr>
          </a:lstStyle>
          <a:p>
            <a:pPr>
              <a:defRPr/>
            </a:pPr>
            <a:endParaRPr lang="es-AR"/>
          </a:p>
        </p:txBody>
      </p:sp>
      <p:sp>
        <p:nvSpPr>
          <p:cNvPr id="3076" name="Rectangle 1028"/>
          <p:cNvSpPr>
            <a:spLocks noGrp="1" noRot="1" noChangeAspect="1" noChangeArrowheads="1" noTextEdit="1"/>
          </p:cNvSpPr>
          <p:nvPr>
            <p:ph type="sldImg" idx="2"/>
          </p:nvPr>
        </p:nvSpPr>
        <p:spPr bwMode="auto">
          <a:xfrm>
            <a:off x="11049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9" name="Rectangle 1029"/>
          <p:cNvSpPr>
            <a:spLocks noGrp="1" noChangeArrowheads="1"/>
          </p:cNvSpPr>
          <p:nvPr>
            <p:ph type="body" sz="quarter" idx="3"/>
          </p:nvPr>
        </p:nvSpPr>
        <p:spPr bwMode="auto">
          <a:xfrm>
            <a:off x="914400" y="4416425"/>
            <a:ext cx="5029200" cy="41830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s-AR" noProof="0"/>
              <a:t>Click to edit Master text styles</a:t>
            </a:r>
          </a:p>
          <a:p>
            <a:pPr lvl="1"/>
            <a:r>
              <a:rPr lang="es-AR" noProof="0"/>
              <a:t>Second level</a:t>
            </a:r>
          </a:p>
          <a:p>
            <a:pPr lvl="2"/>
            <a:r>
              <a:rPr lang="es-AR" noProof="0"/>
              <a:t>Third level</a:t>
            </a:r>
          </a:p>
          <a:p>
            <a:pPr lvl="3"/>
            <a:r>
              <a:rPr lang="es-AR" noProof="0"/>
              <a:t>Fourth level</a:t>
            </a:r>
          </a:p>
          <a:p>
            <a:pPr lvl="4"/>
            <a:r>
              <a:rPr lang="es-AR" noProof="0"/>
              <a:t>Fifth level</a:t>
            </a:r>
          </a:p>
        </p:txBody>
      </p:sp>
      <p:sp>
        <p:nvSpPr>
          <p:cNvPr id="11270" name="Rectangle 1030"/>
          <p:cNvSpPr>
            <a:spLocks noGrp="1" noChangeArrowheads="1"/>
          </p:cNvSpPr>
          <p:nvPr>
            <p:ph type="ftr" sz="quarter" idx="4"/>
          </p:nvPr>
        </p:nvSpPr>
        <p:spPr bwMode="auto">
          <a:xfrm>
            <a:off x="0" y="8831263"/>
            <a:ext cx="2971800" cy="46513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solidFill>
                  <a:schemeClr val="tx1"/>
                </a:solidFill>
              </a:defRPr>
            </a:lvl1pPr>
          </a:lstStyle>
          <a:p>
            <a:pPr>
              <a:defRPr/>
            </a:pPr>
            <a:endParaRPr lang="es-AR"/>
          </a:p>
        </p:txBody>
      </p:sp>
      <p:sp>
        <p:nvSpPr>
          <p:cNvPr id="11271" name="Rectangle 1031"/>
          <p:cNvSpPr>
            <a:spLocks noGrp="1" noChangeArrowheads="1"/>
          </p:cNvSpPr>
          <p:nvPr>
            <p:ph type="sldNum" sz="quarter" idx="5"/>
          </p:nvPr>
        </p:nvSpPr>
        <p:spPr bwMode="auto">
          <a:xfrm>
            <a:off x="3886200" y="8831263"/>
            <a:ext cx="2971800" cy="46513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solidFill>
                  <a:schemeClr val="tx1"/>
                </a:solidFill>
              </a:defRPr>
            </a:lvl1pPr>
          </a:lstStyle>
          <a:p>
            <a:fld id="{A89971CA-A06C-4620-BFAB-2C30D8933422}" type="slidenum">
              <a:rPr lang="es-AR" altLang="es-AR"/>
              <a:pPr/>
              <a:t>‹Nº›</a:t>
            </a:fld>
            <a:endParaRPr lang="es-AR" altLang="es-AR"/>
          </a:p>
        </p:txBody>
      </p:sp>
    </p:spTree>
    <p:extLst>
      <p:ext uri="{BB962C8B-B14F-4D97-AF65-F5344CB8AC3E}">
        <p14:creationId xmlns:p14="http://schemas.microsoft.com/office/powerpoint/2010/main" val="189824261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itchFamily="18" charset="0"/>
              </a:defRPr>
            </a:lvl1pPr>
            <a:lvl2pPr marL="742950" indent="-285750">
              <a:spcBef>
                <a:spcPct val="30000"/>
              </a:spcBef>
              <a:defRPr sz="1200">
                <a:solidFill>
                  <a:schemeClr val="tx1"/>
                </a:solidFill>
                <a:latin typeface="Times New Roman" pitchFamily="18" charset="0"/>
              </a:defRPr>
            </a:lvl2pPr>
            <a:lvl3pPr marL="1143000" indent="-228600">
              <a:spcBef>
                <a:spcPct val="30000"/>
              </a:spcBef>
              <a:defRPr sz="1200">
                <a:solidFill>
                  <a:schemeClr val="tx1"/>
                </a:solidFill>
                <a:latin typeface="Times New Roman" pitchFamily="18" charset="0"/>
              </a:defRPr>
            </a:lvl3pPr>
            <a:lvl4pPr marL="1600200" indent="-228600">
              <a:spcBef>
                <a:spcPct val="30000"/>
              </a:spcBef>
              <a:defRPr sz="1200">
                <a:solidFill>
                  <a:schemeClr val="tx1"/>
                </a:solidFill>
                <a:latin typeface="Times New Roman" pitchFamily="18" charset="0"/>
              </a:defRPr>
            </a:lvl4pPr>
            <a:lvl5pPr marL="2057400" indent="-22860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148EE9D3-FE62-4452-A120-2E50A3583EEC}" type="slidenum">
              <a:rPr lang="es-AR" altLang="es-AR">
                <a:latin typeface="Tahoma" pitchFamily="34" charset="0"/>
              </a:rPr>
              <a:pPr>
                <a:spcBef>
                  <a:spcPct val="0"/>
                </a:spcBef>
              </a:pPr>
              <a:t>1</a:t>
            </a:fld>
            <a:endParaRPr lang="es-AR" altLang="es-AR">
              <a:latin typeface="Tahoma" pitchFamily="34" charset="0"/>
            </a:endParaRPr>
          </a:p>
        </p:txBody>
      </p:sp>
      <p:sp>
        <p:nvSpPr>
          <p:cNvPr id="6147" name="Rectangle 2050"/>
          <p:cNvSpPr>
            <a:spLocks noGrp="1" noRot="1" noChangeAspect="1" noChangeArrowheads="1" noTextEdit="1"/>
          </p:cNvSpPr>
          <p:nvPr>
            <p:ph type="sldImg"/>
          </p:nvPr>
        </p:nvSpPr>
        <p:spPr>
          <a:ln/>
        </p:spPr>
      </p:sp>
      <p:sp>
        <p:nvSpPr>
          <p:cNvPr id="6148" name="Rectangle 2051"/>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AR"/>
          </a:p>
        </p:txBody>
      </p:sp>
    </p:spTree>
    <p:extLst>
      <p:ext uri="{BB962C8B-B14F-4D97-AF65-F5344CB8AC3E}">
        <p14:creationId xmlns:p14="http://schemas.microsoft.com/office/powerpoint/2010/main" val="22633906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itchFamily="18" charset="0"/>
              </a:defRPr>
            </a:lvl1pPr>
            <a:lvl2pPr marL="742950" indent="-285750">
              <a:spcBef>
                <a:spcPct val="30000"/>
              </a:spcBef>
              <a:defRPr sz="1200">
                <a:solidFill>
                  <a:schemeClr val="tx1"/>
                </a:solidFill>
                <a:latin typeface="Times New Roman" pitchFamily="18" charset="0"/>
              </a:defRPr>
            </a:lvl2pPr>
            <a:lvl3pPr marL="1143000" indent="-228600">
              <a:spcBef>
                <a:spcPct val="30000"/>
              </a:spcBef>
              <a:defRPr sz="1200">
                <a:solidFill>
                  <a:schemeClr val="tx1"/>
                </a:solidFill>
                <a:latin typeface="Times New Roman" pitchFamily="18" charset="0"/>
              </a:defRPr>
            </a:lvl3pPr>
            <a:lvl4pPr marL="1600200" indent="-228600">
              <a:spcBef>
                <a:spcPct val="30000"/>
              </a:spcBef>
              <a:defRPr sz="1200">
                <a:solidFill>
                  <a:schemeClr val="tx1"/>
                </a:solidFill>
                <a:latin typeface="Times New Roman" pitchFamily="18" charset="0"/>
              </a:defRPr>
            </a:lvl4pPr>
            <a:lvl5pPr marL="2057400" indent="-22860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148EE9D3-FE62-4452-A120-2E50A3583EEC}" type="slidenum">
              <a:rPr lang="es-AR" altLang="es-AR">
                <a:latin typeface="Tahoma" pitchFamily="34" charset="0"/>
              </a:rPr>
              <a:pPr>
                <a:spcBef>
                  <a:spcPct val="0"/>
                </a:spcBef>
              </a:pPr>
              <a:t>2</a:t>
            </a:fld>
            <a:endParaRPr lang="es-AR" altLang="es-AR">
              <a:latin typeface="Tahoma" pitchFamily="34" charset="0"/>
            </a:endParaRPr>
          </a:p>
        </p:txBody>
      </p:sp>
      <p:sp>
        <p:nvSpPr>
          <p:cNvPr id="6147" name="Rectangle 2050"/>
          <p:cNvSpPr>
            <a:spLocks noGrp="1" noRot="1" noChangeAspect="1" noChangeArrowheads="1" noTextEdit="1"/>
          </p:cNvSpPr>
          <p:nvPr>
            <p:ph type="sldImg"/>
          </p:nvPr>
        </p:nvSpPr>
        <p:spPr>
          <a:ln/>
        </p:spPr>
      </p:sp>
      <p:sp>
        <p:nvSpPr>
          <p:cNvPr id="6148" name="Rectangle 2051"/>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AR"/>
          </a:p>
        </p:txBody>
      </p:sp>
    </p:spTree>
    <p:extLst>
      <p:ext uri="{BB962C8B-B14F-4D97-AF65-F5344CB8AC3E}">
        <p14:creationId xmlns:p14="http://schemas.microsoft.com/office/powerpoint/2010/main" val="30641109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itchFamily="18" charset="0"/>
              </a:defRPr>
            </a:lvl1pPr>
            <a:lvl2pPr marL="742950" indent="-285750">
              <a:spcBef>
                <a:spcPct val="30000"/>
              </a:spcBef>
              <a:defRPr sz="1200">
                <a:solidFill>
                  <a:schemeClr val="tx1"/>
                </a:solidFill>
                <a:latin typeface="Times New Roman" pitchFamily="18" charset="0"/>
              </a:defRPr>
            </a:lvl2pPr>
            <a:lvl3pPr marL="1143000" indent="-228600">
              <a:spcBef>
                <a:spcPct val="30000"/>
              </a:spcBef>
              <a:defRPr sz="1200">
                <a:solidFill>
                  <a:schemeClr val="tx1"/>
                </a:solidFill>
                <a:latin typeface="Times New Roman" pitchFamily="18" charset="0"/>
              </a:defRPr>
            </a:lvl3pPr>
            <a:lvl4pPr marL="1600200" indent="-228600">
              <a:spcBef>
                <a:spcPct val="30000"/>
              </a:spcBef>
              <a:defRPr sz="1200">
                <a:solidFill>
                  <a:schemeClr val="tx1"/>
                </a:solidFill>
                <a:latin typeface="Times New Roman" pitchFamily="18" charset="0"/>
              </a:defRPr>
            </a:lvl4pPr>
            <a:lvl5pPr marL="2057400" indent="-22860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B51DC7F8-1168-43B3-B812-9D9F645BBC43}" type="slidenum">
              <a:rPr lang="es-AR" altLang="es-AR">
                <a:latin typeface="Tahoma" pitchFamily="34" charset="0"/>
              </a:rPr>
              <a:pPr>
                <a:spcBef>
                  <a:spcPct val="0"/>
                </a:spcBef>
              </a:pPr>
              <a:t>3</a:t>
            </a:fld>
            <a:endParaRPr lang="es-AR" altLang="es-AR">
              <a:latin typeface="Tahoma" pitchFamily="34" charset="0"/>
            </a:endParaRPr>
          </a:p>
        </p:txBody>
      </p:sp>
      <p:sp>
        <p:nvSpPr>
          <p:cNvPr id="10243" name="Rectangle 2"/>
          <p:cNvSpPr>
            <a:spLocks noGrp="1" noRot="1" noChangeAspect="1" noChangeArrowheads="1" noTextEdit="1"/>
          </p:cNvSpPr>
          <p:nvPr>
            <p:ph type="sldImg"/>
          </p:nvPr>
        </p:nvSpPr>
        <p:spPr>
          <a:ln/>
        </p:spPr>
      </p:sp>
      <p:sp>
        <p:nvSpPr>
          <p:cNvPr id="102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AR"/>
          </a:p>
        </p:txBody>
      </p:sp>
    </p:spTree>
    <p:extLst>
      <p:ext uri="{BB962C8B-B14F-4D97-AF65-F5344CB8AC3E}">
        <p14:creationId xmlns:p14="http://schemas.microsoft.com/office/powerpoint/2010/main" val="12133169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A89971CA-A06C-4620-BFAB-2C30D8933422}" type="slidenum">
              <a:rPr lang="es-AR" altLang="es-AR" smtClean="0"/>
              <a:pPr/>
              <a:t>4</a:t>
            </a:fld>
            <a:endParaRPr lang="es-AR" altLang="es-AR"/>
          </a:p>
        </p:txBody>
      </p:sp>
    </p:spTree>
    <p:extLst>
      <p:ext uri="{BB962C8B-B14F-4D97-AF65-F5344CB8AC3E}">
        <p14:creationId xmlns:p14="http://schemas.microsoft.com/office/powerpoint/2010/main" val="33279767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C4A3A-F4A0-D85D-9D1A-45FD600F8A33}"/>
            </a:ext>
          </a:extLst>
        </p:cNvPr>
        <p:cNvGrpSpPr/>
        <p:nvPr/>
      </p:nvGrpSpPr>
      <p:grpSpPr>
        <a:xfrm>
          <a:off x="0" y="0"/>
          <a:ext cx="0" cy="0"/>
          <a:chOff x="0" y="0"/>
          <a:chExt cx="0" cy="0"/>
        </a:xfrm>
      </p:grpSpPr>
      <p:sp>
        <p:nvSpPr>
          <p:cNvPr id="12290" name="Rectangle 1031">
            <a:extLst>
              <a:ext uri="{FF2B5EF4-FFF2-40B4-BE49-F238E27FC236}">
                <a16:creationId xmlns:a16="http://schemas.microsoft.com/office/drawing/2014/main" id="{3800BFD4-D69B-5D27-CFE6-5B2F1730498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itchFamily="18" charset="0"/>
              </a:defRPr>
            </a:lvl1pPr>
            <a:lvl2pPr marL="742950" indent="-285750">
              <a:spcBef>
                <a:spcPct val="30000"/>
              </a:spcBef>
              <a:defRPr sz="1200">
                <a:solidFill>
                  <a:schemeClr val="tx1"/>
                </a:solidFill>
                <a:latin typeface="Times New Roman" pitchFamily="18" charset="0"/>
              </a:defRPr>
            </a:lvl2pPr>
            <a:lvl3pPr marL="1143000" indent="-228600">
              <a:spcBef>
                <a:spcPct val="30000"/>
              </a:spcBef>
              <a:defRPr sz="1200">
                <a:solidFill>
                  <a:schemeClr val="tx1"/>
                </a:solidFill>
                <a:latin typeface="Times New Roman" pitchFamily="18" charset="0"/>
              </a:defRPr>
            </a:lvl3pPr>
            <a:lvl4pPr marL="1600200" indent="-228600">
              <a:spcBef>
                <a:spcPct val="30000"/>
              </a:spcBef>
              <a:defRPr sz="1200">
                <a:solidFill>
                  <a:schemeClr val="tx1"/>
                </a:solidFill>
                <a:latin typeface="Times New Roman" pitchFamily="18" charset="0"/>
              </a:defRPr>
            </a:lvl4pPr>
            <a:lvl5pPr marL="2057400" indent="-22860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F8861B91-A16E-400B-854A-5A51900C7518}" type="slidenum">
              <a:rPr lang="es-AR" altLang="es-AR">
                <a:latin typeface="Tahoma" pitchFamily="34" charset="0"/>
              </a:rPr>
              <a:pPr>
                <a:spcBef>
                  <a:spcPct val="0"/>
                </a:spcBef>
              </a:pPr>
              <a:t>5</a:t>
            </a:fld>
            <a:endParaRPr lang="es-AR" altLang="es-AR">
              <a:latin typeface="Tahoma" pitchFamily="34" charset="0"/>
            </a:endParaRPr>
          </a:p>
        </p:txBody>
      </p:sp>
      <p:sp>
        <p:nvSpPr>
          <p:cNvPr id="12291" name="Rectangle 2">
            <a:extLst>
              <a:ext uri="{FF2B5EF4-FFF2-40B4-BE49-F238E27FC236}">
                <a16:creationId xmlns:a16="http://schemas.microsoft.com/office/drawing/2014/main" id="{A6A62C0F-9507-B73B-8087-E8C89A681AEF}"/>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55007998-6AE6-3E72-7EDA-41B9A2A570F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a:spcBef>
                <a:spcPts val="0"/>
              </a:spcBef>
              <a:spcAft>
                <a:spcPts val="0"/>
              </a:spcAft>
            </a:pPr>
            <a:r>
              <a:rPr lang="es-AR" sz="1800" dirty="0">
                <a:effectLst/>
                <a:latin typeface="Calibri" panose="020F0502020204030204" pitchFamily="34" charset="0"/>
              </a:rPr>
              <a:t>analista de datos: son profesionales especialistas en generar visualizaciones y tratar de realizar </a:t>
            </a:r>
            <a:r>
              <a:rPr lang="es-AR" sz="1800" dirty="0" err="1">
                <a:effectLst/>
                <a:latin typeface="Calibri" panose="020F0502020204030204" pitchFamily="34" charset="0"/>
              </a:rPr>
              <a:t>analisis</a:t>
            </a:r>
            <a:r>
              <a:rPr lang="es-AR" sz="1800" dirty="0">
                <a:effectLst/>
                <a:latin typeface="Calibri" panose="020F0502020204030204" pitchFamily="34" charset="0"/>
              </a:rPr>
              <a:t> descriptivo, de diagnostico, pero </a:t>
            </a:r>
            <a:r>
              <a:rPr lang="es-AR" sz="1800" dirty="0" err="1">
                <a:effectLst/>
                <a:latin typeface="Calibri" panose="020F0502020204030204" pitchFamily="34" charset="0"/>
              </a:rPr>
              <a:t>tambien</a:t>
            </a:r>
            <a:r>
              <a:rPr lang="es-AR" sz="1800" dirty="0">
                <a:effectLst/>
                <a:latin typeface="Calibri" panose="020F0502020204030204" pitchFamily="34" charset="0"/>
              </a:rPr>
              <a:t> puede ser predictivo, y aplicar algunos modelos de machine </a:t>
            </a:r>
            <a:r>
              <a:rPr lang="es-AR" sz="1800" dirty="0" err="1">
                <a:effectLst/>
                <a:latin typeface="Calibri" panose="020F0502020204030204" pitchFamily="34" charset="0"/>
              </a:rPr>
              <a:t>learning</a:t>
            </a:r>
            <a:r>
              <a:rPr lang="es-AR" sz="1800" dirty="0">
                <a:effectLst/>
                <a:latin typeface="Calibri" panose="020F0502020204030204" pitchFamily="34" charset="0"/>
              </a:rPr>
              <a:t> simples, debe conocer del negocio </a:t>
            </a:r>
          </a:p>
          <a:p>
            <a:pPr marL="0" marR="0">
              <a:spcBef>
                <a:spcPts val="0"/>
              </a:spcBef>
              <a:spcAft>
                <a:spcPts val="0"/>
              </a:spcAft>
            </a:pPr>
            <a:r>
              <a:rPr lang="es-AR" sz="1800" dirty="0">
                <a:effectLst/>
                <a:latin typeface="Calibri" panose="020F0502020204030204" pitchFamily="34" charset="0"/>
              </a:rPr>
              <a:t> </a:t>
            </a:r>
          </a:p>
          <a:p>
            <a:pPr marL="0" marR="0">
              <a:spcBef>
                <a:spcPts val="0"/>
              </a:spcBef>
              <a:spcAft>
                <a:spcPts val="0"/>
              </a:spcAft>
            </a:pPr>
            <a:r>
              <a:rPr lang="es-AR" sz="1800" dirty="0">
                <a:effectLst/>
                <a:latin typeface="Calibri" panose="020F0502020204030204" pitchFamily="34" charset="0"/>
              </a:rPr>
              <a:t>Científico de datos es un especialista en generar modelos, gracias a sus conocimientos avanzados en modelos estadísticos y de programación y herramientas aplicadas a los ML. Puede genera experimentos avanzados con los datos. Por lo tanto no </a:t>
            </a:r>
            <a:r>
              <a:rPr lang="es-AR" sz="1800" dirty="0" err="1">
                <a:effectLst/>
                <a:latin typeface="Calibri" panose="020F0502020204030204" pitchFamily="34" charset="0"/>
              </a:rPr>
              <a:t>conce</a:t>
            </a:r>
            <a:r>
              <a:rPr lang="es-AR" sz="1800" dirty="0">
                <a:effectLst/>
                <a:latin typeface="Calibri" panose="020F0502020204030204" pitchFamily="34" charset="0"/>
              </a:rPr>
              <a:t> tanto del negocio.</a:t>
            </a:r>
          </a:p>
          <a:p>
            <a:pPr marL="0" marR="0">
              <a:spcBef>
                <a:spcPts val="0"/>
              </a:spcBef>
              <a:spcAft>
                <a:spcPts val="0"/>
              </a:spcAft>
            </a:pPr>
            <a:r>
              <a:rPr lang="es-AR" sz="1800" dirty="0">
                <a:effectLst/>
                <a:latin typeface="Calibri" panose="020F0502020204030204" pitchFamily="34" charset="0"/>
              </a:rPr>
              <a:t> </a:t>
            </a:r>
          </a:p>
          <a:p>
            <a:pPr marL="0" marR="0">
              <a:spcBef>
                <a:spcPts val="0"/>
              </a:spcBef>
              <a:spcAft>
                <a:spcPts val="0"/>
              </a:spcAft>
            </a:pPr>
            <a:r>
              <a:rPr lang="es-AR" sz="1800" dirty="0">
                <a:effectLst/>
                <a:latin typeface="Calibri" panose="020F0502020204030204" pitchFamily="34" charset="0"/>
              </a:rPr>
              <a:t>El ingeniero de datos es el encargado de trabajar con los datos para dejarle a los analistas y </a:t>
            </a:r>
            <a:r>
              <a:rPr lang="es-AR" sz="1800" dirty="0" err="1">
                <a:effectLst/>
                <a:latin typeface="Calibri" panose="020F0502020204030204" pitchFamily="34" charset="0"/>
              </a:rPr>
              <a:t>cientificos</a:t>
            </a:r>
            <a:r>
              <a:rPr lang="es-AR" sz="1800" dirty="0">
                <a:effectLst/>
                <a:latin typeface="Calibri" panose="020F0502020204030204" pitchFamily="34" charset="0"/>
              </a:rPr>
              <a:t> lo mejor preparado posibles. Sobre todo integración, limpieza y preparación de data </a:t>
            </a:r>
            <a:r>
              <a:rPr lang="es-AR" sz="1800" dirty="0" err="1">
                <a:effectLst/>
                <a:latin typeface="Calibri" panose="020F0502020204030204" pitchFamily="34" charset="0"/>
              </a:rPr>
              <a:t>warehouse</a:t>
            </a:r>
            <a:r>
              <a:rPr lang="es-AR" sz="1800" dirty="0">
                <a:effectLst/>
                <a:latin typeface="Calibri" panose="020F0502020204030204" pitchFamily="34" charset="0"/>
              </a:rPr>
              <a:t>.</a:t>
            </a:r>
          </a:p>
          <a:p>
            <a:pPr marL="0" marR="0">
              <a:spcBef>
                <a:spcPts val="0"/>
              </a:spcBef>
              <a:spcAft>
                <a:spcPts val="0"/>
              </a:spcAft>
            </a:pPr>
            <a:r>
              <a:rPr lang="es-AR" sz="1800" dirty="0">
                <a:effectLst/>
                <a:latin typeface="Calibri" panose="020F0502020204030204" pitchFamily="34" charset="0"/>
              </a:rPr>
              <a:t> </a:t>
            </a:r>
          </a:p>
          <a:p>
            <a:pPr marL="0" marR="0">
              <a:spcBef>
                <a:spcPts val="0"/>
              </a:spcBef>
              <a:spcAft>
                <a:spcPts val="0"/>
              </a:spcAft>
            </a:pPr>
            <a:r>
              <a:rPr lang="es-AR" sz="1800" dirty="0">
                <a:effectLst/>
                <a:latin typeface="Calibri" panose="020F0502020204030204" pitchFamily="34" charset="0"/>
              </a:rPr>
              <a:t>El arquitecto de datos: Diseña la arquitectura que soporte de la mejor manera posible todo el proceso de gestión de datos: tecnologías, hardware, software, como distribuirlos, como interconectarlos, etc. (tiene sentido en esquemas complejos de datos).</a:t>
            </a:r>
          </a:p>
          <a:p>
            <a:pPr marL="0" marR="0">
              <a:spcBef>
                <a:spcPts val="0"/>
              </a:spcBef>
              <a:spcAft>
                <a:spcPts val="0"/>
              </a:spcAft>
            </a:pPr>
            <a:r>
              <a:rPr lang="es-AR" sz="1800" dirty="0">
                <a:effectLst/>
                <a:latin typeface="Calibri" panose="020F0502020204030204" pitchFamily="34" charset="0"/>
              </a:rPr>
              <a:t> </a:t>
            </a:r>
          </a:p>
          <a:p>
            <a:pPr marL="0" marR="0">
              <a:spcBef>
                <a:spcPts val="0"/>
              </a:spcBef>
              <a:spcAft>
                <a:spcPts val="0"/>
              </a:spcAft>
            </a:pPr>
            <a:r>
              <a:rPr lang="es-AR" sz="1800" dirty="0">
                <a:effectLst/>
                <a:latin typeface="Calibri" panose="020F0502020204030204" pitchFamily="34" charset="0"/>
              </a:rPr>
              <a:t>Curador de datos: debiera tener foco en asegurarse que existan los datos que puede aprovechar el negocio. Si bien su tarea puede solaparse con un DBA y con trabajos del ingeniero de datos, si existen estos </a:t>
            </a:r>
            <a:r>
              <a:rPr lang="es-AR" sz="1800" dirty="0" err="1">
                <a:effectLst/>
                <a:latin typeface="Calibri" panose="020F0502020204030204" pitchFamily="34" charset="0"/>
              </a:rPr>
              <a:t>podria</a:t>
            </a:r>
            <a:r>
              <a:rPr lang="es-AR" sz="1800" dirty="0">
                <a:effectLst/>
                <a:latin typeface="Calibri" panose="020F0502020204030204" pitchFamily="34" charset="0"/>
              </a:rPr>
              <a:t> enfocarse mas en la limpieza y adecuada preparación y categorización de los mismos.  </a:t>
            </a:r>
          </a:p>
          <a:p>
            <a:pPr marL="0" marR="0">
              <a:spcBef>
                <a:spcPts val="0"/>
              </a:spcBef>
              <a:spcAft>
                <a:spcPts val="0"/>
              </a:spcAft>
            </a:pPr>
            <a:r>
              <a:rPr lang="es-AR" sz="1800" dirty="0">
                <a:effectLst/>
                <a:latin typeface="Calibri" panose="020F0502020204030204" pitchFamily="34" charset="0"/>
              </a:rPr>
              <a:t> </a:t>
            </a:r>
          </a:p>
          <a:p>
            <a:pPr marL="0" marR="0">
              <a:spcBef>
                <a:spcPts val="0"/>
              </a:spcBef>
              <a:spcAft>
                <a:spcPts val="0"/>
              </a:spcAft>
            </a:pPr>
            <a:r>
              <a:rPr lang="es-MX" sz="1800" dirty="0">
                <a:effectLst/>
                <a:latin typeface="Calibri" panose="020F0502020204030204" pitchFamily="34" charset="0"/>
              </a:rPr>
              <a:t>Custodia de los datos</a:t>
            </a:r>
          </a:p>
          <a:p>
            <a:pPr marL="0" marR="0">
              <a:spcBef>
                <a:spcPts val="0"/>
              </a:spcBef>
              <a:spcAft>
                <a:spcPts val="0"/>
              </a:spcAft>
            </a:pPr>
            <a:r>
              <a:rPr lang="es-MX" sz="1800" b="1" dirty="0">
                <a:effectLst/>
                <a:latin typeface="Calibri" panose="020F0502020204030204" pitchFamily="34" charset="0"/>
              </a:rPr>
              <a:t>Asignar los accesos aprobados por los propietarios de los datos, y dar seguimiento a la aplicación de los estándares, políticas y procedimientos, que fueron establecidos por el gobierno de dato</a:t>
            </a:r>
            <a:r>
              <a:rPr lang="es-MX" sz="1800" dirty="0">
                <a:effectLst/>
                <a:latin typeface="Calibri" panose="020F0502020204030204" pitchFamily="34" charset="0"/>
              </a:rPr>
              <a:t>s. En general, se espera que quienes ejerzan estos roles cuenten con conocimientos técnicos, y estas funciones pueden estar asignadas dentro de la órbita del área de sistemas o afines.</a:t>
            </a:r>
          </a:p>
          <a:p>
            <a:pPr marL="0" marR="0">
              <a:spcBef>
                <a:spcPts val="0"/>
              </a:spcBef>
              <a:spcAft>
                <a:spcPts val="0"/>
              </a:spcAft>
            </a:pPr>
            <a:r>
              <a:rPr lang="es-MX" sz="1800" dirty="0">
                <a:effectLst/>
                <a:latin typeface="Calibri" panose="020F0502020204030204" pitchFamily="34" charset="0"/>
              </a:rPr>
              <a:t>Su función consiste en resolver los problemas planteados por los usuarios, en respaldar los planes de gestión de datos, de limpieza de datos, de garantizar que los datos sean adecuados para su propósito, y de convertir los planes estratégicos en planes tácticos, además de la gestión de cambios y la gestión de partes interesadas. </a:t>
            </a:r>
          </a:p>
          <a:p>
            <a:pPr marL="0" marR="0">
              <a:spcBef>
                <a:spcPts val="0"/>
              </a:spcBef>
              <a:spcAft>
                <a:spcPts val="0"/>
              </a:spcAft>
            </a:pPr>
            <a:r>
              <a:rPr lang="es-MX" sz="1800" dirty="0">
                <a:effectLst/>
                <a:latin typeface="Calibri" panose="020F0502020204030204" pitchFamily="34" charset="0"/>
              </a:rPr>
              <a:t> </a:t>
            </a:r>
          </a:p>
          <a:p>
            <a:pPr marL="0" marR="0">
              <a:spcBef>
                <a:spcPts val="0"/>
              </a:spcBef>
              <a:spcAft>
                <a:spcPts val="0"/>
              </a:spcAft>
            </a:pPr>
            <a:r>
              <a:rPr lang="es-MX" sz="1800" dirty="0">
                <a:effectLst/>
                <a:latin typeface="Calibri" panose="020F0502020204030204" pitchFamily="34" charset="0"/>
              </a:rPr>
              <a:t>Propietario de los datos y de producto de datos</a:t>
            </a:r>
          </a:p>
          <a:p>
            <a:pPr marL="0" marR="0">
              <a:spcBef>
                <a:spcPts val="0"/>
              </a:spcBef>
              <a:spcAft>
                <a:spcPts val="0"/>
              </a:spcAft>
            </a:pPr>
            <a:r>
              <a:rPr lang="es-MX" sz="1800" dirty="0">
                <a:effectLst/>
                <a:latin typeface="Calibri" panose="020F0502020204030204" pitchFamily="34" charset="0"/>
              </a:rPr>
              <a:t>Es el propietario de los datos (de la fuente), que es responsable de éstos como entrada (o materia prima), y el propietario del producto de datos que es responsable de garantizar el valor del resultado obtenido a partir de éstos. El propietario de los datos quién debe autorizar el acceso a los datos y debe reaccionar continuamente a los requisitos de datos cambiantes, ya que el propósito de los datos se desconoce intencionalmente para permitir la exploración y experimentación. En general, los propietarios de los datos pertenecen al negocio, y trabajan en colaboración con TI, pero no necesariamente poseen conocimientos técnicos. Los propietarios de datos se definen por dominios del negocio, es decir, no hay un “sólo propietario” de datos en la organización, sino que cada dominio del negocio tendrá uno. </a:t>
            </a:r>
            <a:r>
              <a:rPr lang="es-MX" sz="1800" b="1" dirty="0">
                <a:effectLst/>
                <a:latin typeface="Calibri" panose="020F0502020204030204" pitchFamily="34" charset="0"/>
              </a:rPr>
              <a:t>Entre sus responsabilidades se encuentra definir cuáles son los orígenes mandatorios de los datos de los dominios que tienen a su cargo, y determinar los riesgos y el nivel de confidencialidad de la información de su dominio</a:t>
            </a:r>
            <a:r>
              <a:rPr lang="es-MX" sz="1800" dirty="0">
                <a:effectLst/>
                <a:latin typeface="Calibri" panose="020F0502020204030204" pitchFamily="34" charset="0"/>
              </a:rPr>
              <a:t>.</a:t>
            </a:r>
          </a:p>
          <a:p>
            <a:pPr eaLnBrk="1" hangingPunct="1"/>
            <a:endParaRPr lang="es-ES" altLang="es-AR" dirty="0"/>
          </a:p>
        </p:txBody>
      </p:sp>
    </p:spTree>
    <p:extLst>
      <p:ext uri="{BB962C8B-B14F-4D97-AF65-F5344CB8AC3E}">
        <p14:creationId xmlns:p14="http://schemas.microsoft.com/office/powerpoint/2010/main" val="4085240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folHlink"/>
                    </a:solidFill>
                    <a:latin typeface="Tahoma" pitchFamily="34" charset="0"/>
                  </a:defRPr>
                </a:lvl1pPr>
                <a:lvl2pPr marL="742950" indent="-285750">
                  <a:defRPr sz="1400">
                    <a:solidFill>
                      <a:schemeClr val="folHlink"/>
                    </a:solidFill>
                    <a:latin typeface="Tahoma" pitchFamily="34" charset="0"/>
                  </a:defRPr>
                </a:lvl2pPr>
                <a:lvl3pPr marL="1143000" indent="-228600">
                  <a:defRPr sz="1400">
                    <a:solidFill>
                      <a:schemeClr val="folHlink"/>
                    </a:solidFill>
                    <a:latin typeface="Tahoma" pitchFamily="34" charset="0"/>
                  </a:defRPr>
                </a:lvl3pPr>
                <a:lvl4pPr marL="1600200" indent="-228600">
                  <a:defRPr sz="1400">
                    <a:solidFill>
                      <a:schemeClr val="folHlink"/>
                    </a:solidFill>
                    <a:latin typeface="Tahoma" pitchFamily="34" charset="0"/>
                  </a:defRPr>
                </a:lvl4pPr>
                <a:lvl5pPr marL="2057400" indent="-228600">
                  <a:defRPr sz="1400">
                    <a:solidFill>
                      <a:schemeClr val="folHlink"/>
                    </a:solidFill>
                    <a:latin typeface="Tahoma" pitchFamily="34" charset="0"/>
                  </a:defRPr>
                </a:lvl5pPr>
                <a:lvl6pPr marL="2514600" indent="-228600" eaLnBrk="0" fontAlgn="base" hangingPunct="0">
                  <a:spcBef>
                    <a:spcPct val="0"/>
                  </a:spcBef>
                  <a:spcAft>
                    <a:spcPct val="0"/>
                  </a:spcAft>
                  <a:defRPr sz="1400">
                    <a:solidFill>
                      <a:schemeClr val="folHlink"/>
                    </a:solidFill>
                    <a:latin typeface="Tahoma" pitchFamily="34" charset="0"/>
                  </a:defRPr>
                </a:lvl6pPr>
                <a:lvl7pPr marL="2971800" indent="-228600" eaLnBrk="0" fontAlgn="base" hangingPunct="0">
                  <a:spcBef>
                    <a:spcPct val="0"/>
                  </a:spcBef>
                  <a:spcAft>
                    <a:spcPct val="0"/>
                  </a:spcAft>
                  <a:defRPr sz="1400">
                    <a:solidFill>
                      <a:schemeClr val="folHlink"/>
                    </a:solidFill>
                    <a:latin typeface="Tahoma" pitchFamily="34" charset="0"/>
                  </a:defRPr>
                </a:lvl7pPr>
                <a:lvl8pPr marL="3429000" indent="-228600" eaLnBrk="0" fontAlgn="base" hangingPunct="0">
                  <a:spcBef>
                    <a:spcPct val="0"/>
                  </a:spcBef>
                  <a:spcAft>
                    <a:spcPct val="0"/>
                  </a:spcAft>
                  <a:defRPr sz="1400">
                    <a:solidFill>
                      <a:schemeClr val="folHlink"/>
                    </a:solidFill>
                    <a:latin typeface="Tahoma" pitchFamily="34" charset="0"/>
                  </a:defRPr>
                </a:lvl8pPr>
                <a:lvl9pPr marL="3886200" indent="-228600" eaLnBrk="0" fontAlgn="base" hangingPunct="0">
                  <a:spcBef>
                    <a:spcPct val="0"/>
                  </a:spcBef>
                  <a:spcAft>
                    <a:spcPct val="0"/>
                  </a:spcAft>
                  <a:defRPr sz="1400">
                    <a:solidFill>
                      <a:schemeClr val="folHlink"/>
                    </a:solidFill>
                    <a:latin typeface="Tahoma" pitchFamily="34" charset="0"/>
                  </a:defRPr>
                </a:lvl9pPr>
              </a:lstStyle>
              <a:p>
                <a:pPr eaLnBrk="1" hangingPunct="1">
                  <a:defRPr/>
                </a:pPr>
                <a:endParaRPr lang="es-AR" altLang="es-AR"/>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folHlink"/>
                    </a:solidFill>
                    <a:latin typeface="Tahoma" pitchFamily="34" charset="0"/>
                  </a:defRPr>
                </a:lvl1pPr>
                <a:lvl2pPr marL="742950" indent="-285750">
                  <a:defRPr sz="1400">
                    <a:solidFill>
                      <a:schemeClr val="folHlink"/>
                    </a:solidFill>
                    <a:latin typeface="Tahoma" pitchFamily="34" charset="0"/>
                  </a:defRPr>
                </a:lvl2pPr>
                <a:lvl3pPr marL="1143000" indent="-228600">
                  <a:defRPr sz="1400">
                    <a:solidFill>
                      <a:schemeClr val="folHlink"/>
                    </a:solidFill>
                    <a:latin typeface="Tahoma" pitchFamily="34" charset="0"/>
                  </a:defRPr>
                </a:lvl3pPr>
                <a:lvl4pPr marL="1600200" indent="-228600">
                  <a:defRPr sz="1400">
                    <a:solidFill>
                      <a:schemeClr val="folHlink"/>
                    </a:solidFill>
                    <a:latin typeface="Tahoma" pitchFamily="34" charset="0"/>
                  </a:defRPr>
                </a:lvl4pPr>
                <a:lvl5pPr marL="2057400" indent="-228600">
                  <a:defRPr sz="1400">
                    <a:solidFill>
                      <a:schemeClr val="folHlink"/>
                    </a:solidFill>
                    <a:latin typeface="Tahoma" pitchFamily="34" charset="0"/>
                  </a:defRPr>
                </a:lvl5pPr>
                <a:lvl6pPr marL="2514600" indent="-228600" eaLnBrk="0" fontAlgn="base" hangingPunct="0">
                  <a:spcBef>
                    <a:spcPct val="0"/>
                  </a:spcBef>
                  <a:spcAft>
                    <a:spcPct val="0"/>
                  </a:spcAft>
                  <a:defRPr sz="1400">
                    <a:solidFill>
                      <a:schemeClr val="folHlink"/>
                    </a:solidFill>
                    <a:latin typeface="Tahoma" pitchFamily="34" charset="0"/>
                  </a:defRPr>
                </a:lvl6pPr>
                <a:lvl7pPr marL="2971800" indent="-228600" eaLnBrk="0" fontAlgn="base" hangingPunct="0">
                  <a:spcBef>
                    <a:spcPct val="0"/>
                  </a:spcBef>
                  <a:spcAft>
                    <a:spcPct val="0"/>
                  </a:spcAft>
                  <a:defRPr sz="1400">
                    <a:solidFill>
                      <a:schemeClr val="folHlink"/>
                    </a:solidFill>
                    <a:latin typeface="Tahoma" pitchFamily="34" charset="0"/>
                  </a:defRPr>
                </a:lvl7pPr>
                <a:lvl8pPr marL="3429000" indent="-228600" eaLnBrk="0" fontAlgn="base" hangingPunct="0">
                  <a:spcBef>
                    <a:spcPct val="0"/>
                  </a:spcBef>
                  <a:spcAft>
                    <a:spcPct val="0"/>
                  </a:spcAft>
                  <a:defRPr sz="1400">
                    <a:solidFill>
                      <a:schemeClr val="folHlink"/>
                    </a:solidFill>
                    <a:latin typeface="Tahoma" pitchFamily="34" charset="0"/>
                  </a:defRPr>
                </a:lvl8pPr>
                <a:lvl9pPr marL="3886200" indent="-228600" eaLnBrk="0" fontAlgn="base" hangingPunct="0">
                  <a:spcBef>
                    <a:spcPct val="0"/>
                  </a:spcBef>
                  <a:spcAft>
                    <a:spcPct val="0"/>
                  </a:spcAft>
                  <a:defRPr sz="1400">
                    <a:solidFill>
                      <a:schemeClr val="folHlink"/>
                    </a:solidFill>
                    <a:latin typeface="Tahoma" pitchFamily="34" charset="0"/>
                  </a:defRPr>
                </a:lvl9pPr>
              </a:lstStyle>
              <a:p>
                <a:pPr eaLnBrk="1" hangingPunct="1">
                  <a:defRPr/>
                </a:pPr>
                <a:endParaRPr lang="es-AR" altLang="es-AR"/>
              </a:p>
            </p:txBody>
          </p:sp>
        </p:grpSp>
        <p:grpSp>
          <p:nvGrpSpPr>
            <p:cNvPr id="6"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folHlink"/>
                    </a:solidFill>
                    <a:latin typeface="Tahoma" pitchFamily="34" charset="0"/>
                  </a:defRPr>
                </a:lvl1pPr>
                <a:lvl2pPr marL="742950" indent="-285750">
                  <a:defRPr sz="1400">
                    <a:solidFill>
                      <a:schemeClr val="folHlink"/>
                    </a:solidFill>
                    <a:latin typeface="Tahoma" pitchFamily="34" charset="0"/>
                  </a:defRPr>
                </a:lvl2pPr>
                <a:lvl3pPr marL="1143000" indent="-228600">
                  <a:defRPr sz="1400">
                    <a:solidFill>
                      <a:schemeClr val="folHlink"/>
                    </a:solidFill>
                    <a:latin typeface="Tahoma" pitchFamily="34" charset="0"/>
                  </a:defRPr>
                </a:lvl3pPr>
                <a:lvl4pPr marL="1600200" indent="-228600">
                  <a:defRPr sz="1400">
                    <a:solidFill>
                      <a:schemeClr val="folHlink"/>
                    </a:solidFill>
                    <a:latin typeface="Tahoma" pitchFamily="34" charset="0"/>
                  </a:defRPr>
                </a:lvl4pPr>
                <a:lvl5pPr marL="2057400" indent="-228600">
                  <a:defRPr sz="1400">
                    <a:solidFill>
                      <a:schemeClr val="folHlink"/>
                    </a:solidFill>
                    <a:latin typeface="Tahoma" pitchFamily="34" charset="0"/>
                  </a:defRPr>
                </a:lvl5pPr>
                <a:lvl6pPr marL="2514600" indent="-228600" eaLnBrk="0" fontAlgn="base" hangingPunct="0">
                  <a:spcBef>
                    <a:spcPct val="0"/>
                  </a:spcBef>
                  <a:spcAft>
                    <a:spcPct val="0"/>
                  </a:spcAft>
                  <a:defRPr sz="1400">
                    <a:solidFill>
                      <a:schemeClr val="folHlink"/>
                    </a:solidFill>
                    <a:latin typeface="Tahoma" pitchFamily="34" charset="0"/>
                  </a:defRPr>
                </a:lvl6pPr>
                <a:lvl7pPr marL="2971800" indent="-228600" eaLnBrk="0" fontAlgn="base" hangingPunct="0">
                  <a:spcBef>
                    <a:spcPct val="0"/>
                  </a:spcBef>
                  <a:spcAft>
                    <a:spcPct val="0"/>
                  </a:spcAft>
                  <a:defRPr sz="1400">
                    <a:solidFill>
                      <a:schemeClr val="folHlink"/>
                    </a:solidFill>
                    <a:latin typeface="Tahoma" pitchFamily="34" charset="0"/>
                  </a:defRPr>
                </a:lvl7pPr>
                <a:lvl8pPr marL="3429000" indent="-228600" eaLnBrk="0" fontAlgn="base" hangingPunct="0">
                  <a:spcBef>
                    <a:spcPct val="0"/>
                  </a:spcBef>
                  <a:spcAft>
                    <a:spcPct val="0"/>
                  </a:spcAft>
                  <a:defRPr sz="1400">
                    <a:solidFill>
                      <a:schemeClr val="folHlink"/>
                    </a:solidFill>
                    <a:latin typeface="Tahoma" pitchFamily="34" charset="0"/>
                  </a:defRPr>
                </a:lvl8pPr>
                <a:lvl9pPr marL="3886200" indent="-228600" eaLnBrk="0" fontAlgn="base" hangingPunct="0">
                  <a:spcBef>
                    <a:spcPct val="0"/>
                  </a:spcBef>
                  <a:spcAft>
                    <a:spcPct val="0"/>
                  </a:spcAft>
                  <a:defRPr sz="1400">
                    <a:solidFill>
                      <a:schemeClr val="folHlink"/>
                    </a:solidFill>
                    <a:latin typeface="Tahoma" pitchFamily="34" charset="0"/>
                  </a:defRPr>
                </a:lvl9pPr>
              </a:lstStyle>
              <a:p>
                <a:pPr eaLnBrk="1" hangingPunct="1">
                  <a:defRPr/>
                </a:pPr>
                <a:endParaRPr lang="es-AR" altLang="es-AR"/>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folHlink"/>
                    </a:solidFill>
                    <a:latin typeface="Tahoma" pitchFamily="34" charset="0"/>
                  </a:defRPr>
                </a:lvl1pPr>
                <a:lvl2pPr marL="742950" indent="-285750">
                  <a:defRPr sz="1400">
                    <a:solidFill>
                      <a:schemeClr val="folHlink"/>
                    </a:solidFill>
                    <a:latin typeface="Tahoma" pitchFamily="34" charset="0"/>
                  </a:defRPr>
                </a:lvl2pPr>
                <a:lvl3pPr marL="1143000" indent="-228600">
                  <a:defRPr sz="1400">
                    <a:solidFill>
                      <a:schemeClr val="folHlink"/>
                    </a:solidFill>
                    <a:latin typeface="Tahoma" pitchFamily="34" charset="0"/>
                  </a:defRPr>
                </a:lvl3pPr>
                <a:lvl4pPr marL="1600200" indent="-228600">
                  <a:defRPr sz="1400">
                    <a:solidFill>
                      <a:schemeClr val="folHlink"/>
                    </a:solidFill>
                    <a:latin typeface="Tahoma" pitchFamily="34" charset="0"/>
                  </a:defRPr>
                </a:lvl4pPr>
                <a:lvl5pPr marL="2057400" indent="-228600">
                  <a:defRPr sz="1400">
                    <a:solidFill>
                      <a:schemeClr val="folHlink"/>
                    </a:solidFill>
                    <a:latin typeface="Tahoma" pitchFamily="34" charset="0"/>
                  </a:defRPr>
                </a:lvl5pPr>
                <a:lvl6pPr marL="2514600" indent="-228600" eaLnBrk="0" fontAlgn="base" hangingPunct="0">
                  <a:spcBef>
                    <a:spcPct val="0"/>
                  </a:spcBef>
                  <a:spcAft>
                    <a:spcPct val="0"/>
                  </a:spcAft>
                  <a:defRPr sz="1400">
                    <a:solidFill>
                      <a:schemeClr val="folHlink"/>
                    </a:solidFill>
                    <a:latin typeface="Tahoma" pitchFamily="34" charset="0"/>
                  </a:defRPr>
                </a:lvl6pPr>
                <a:lvl7pPr marL="2971800" indent="-228600" eaLnBrk="0" fontAlgn="base" hangingPunct="0">
                  <a:spcBef>
                    <a:spcPct val="0"/>
                  </a:spcBef>
                  <a:spcAft>
                    <a:spcPct val="0"/>
                  </a:spcAft>
                  <a:defRPr sz="1400">
                    <a:solidFill>
                      <a:schemeClr val="folHlink"/>
                    </a:solidFill>
                    <a:latin typeface="Tahoma" pitchFamily="34" charset="0"/>
                  </a:defRPr>
                </a:lvl7pPr>
                <a:lvl8pPr marL="3429000" indent="-228600" eaLnBrk="0" fontAlgn="base" hangingPunct="0">
                  <a:spcBef>
                    <a:spcPct val="0"/>
                  </a:spcBef>
                  <a:spcAft>
                    <a:spcPct val="0"/>
                  </a:spcAft>
                  <a:defRPr sz="1400">
                    <a:solidFill>
                      <a:schemeClr val="folHlink"/>
                    </a:solidFill>
                    <a:latin typeface="Tahoma" pitchFamily="34" charset="0"/>
                  </a:defRPr>
                </a:lvl8pPr>
                <a:lvl9pPr marL="3886200" indent="-228600" eaLnBrk="0" fontAlgn="base" hangingPunct="0">
                  <a:spcBef>
                    <a:spcPct val="0"/>
                  </a:spcBef>
                  <a:spcAft>
                    <a:spcPct val="0"/>
                  </a:spcAft>
                  <a:defRPr sz="1400">
                    <a:solidFill>
                      <a:schemeClr val="folHlink"/>
                    </a:solidFill>
                    <a:latin typeface="Tahoma" pitchFamily="34" charset="0"/>
                  </a:defRPr>
                </a:lvl9pPr>
              </a:lstStyle>
              <a:p>
                <a:pPr eaLnBrk="1" hangingPunct="1">
                  <a:defRPr/>
                </a:pPr>
                <a:endParaRPr lang="es-AR" altLang="es-AR"/>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folHlink"/>
                  </a:solidFill>
                  <a:latin typeface="Tahoma" pitchFamily="34" charset="0"/>
                </a:defRPr>
              </a:lvl1pPr>
              <a:lvl2pPr marL="742950" indent="-285750">
                <a:defRPr sz="1400">
                  <a:solidFill>
                    <a:schemeClr val="folHlink"/>
                  </a:solidFill>
                  <a:latin typeface="Tahoma" pitchFamily="34" charset="0"/>
                </a:defRPr>
              </a:lvl2pPr>
              <a:lvl3pPr marL="1143000" indent="-228600">
                <a:defRPr sz="1400">
                  <a:solidFill>
                    <a:schemeClr val="folHlink"/>
                  </a:solidFill>
                  <a:latin typeface="Tahoma" pitchFamily="34" charset="0"/>
                </a:defRPr>
              </a:lvl3pPr>
              <a:lvl4pPr marL="1600200" indent="-228600">
                <a:defRPr sz="1400">
                  <a:solidFill>
                    <a:schemeClr val="folHlink"/>
                  </a:solidFill>
                  <a:latin typeface="Tahoma" pitchFamily="34" charset="0"/>
                </a:defRPr>
              </a:lvl4pPr>
              <a:lvl5pPr marL="2057400" indent="-228600">
                <a:defRPr sz="1400">
                  <a:solidFill>
                    <a:schemeClr val="folHlink"/>
                  </a:solidFill>
                  <a:latin typeface="Tahoma" pitchFamily="34" charset="0"/>
                </a:defRPr>
              </a:lvl5pPr>
              <a:lvl6pPr marL="2514600" indent="-228600" eaLnBrk="0" fontAlgn="base" hangingPunct="0">
                <a:spcBef>
                  <a:spcPct val="0"/>
                </a:spcBef>
                <a:spcAft>
                  <a:spcPct val="0"/>
                </a:spcAft>
                <a:defRPr sz="1400">
                  <a:solidFill>
                    <a:schemeClr val="folHlink"/>
                  </a:solidFill>
                  <a:latin typeface="Tahoma" pitchFamily="34" charset="0"/>
                </a:defRPr>
              </a:lvl6pPr>
              <a:lvl7pPr marL="2971800" indent="-228600" eaLnBrk="0" fontAlgn="base" hangingPunct="0">
                <a:spcBef>
                  <a:spcPct val="0"/>
                </a:spcBef>
                <a:spcAft>
                  <a:spcPct val="0"/>
                </a:spcAft>
                <a:defRPr sz="1400">
                  <a:solidFill>
                    <a:schemeClr val="folHlink"/>
                  </a:solidFill>
                  <a:latin typeface="Tahoma" pitchFamily="34" charset="0"/>
                </a:defRPr>
              </a:lvl7pPr>
              <a:lvl8pPr marL="3429000" indent="-228600" eaLnBrk="0" fontAlgn="base" hangingPunct="0">
                <a:spcBef>
                  <a:spcPct val="0"/>
                </a:spcBef>
                <a:spcAft>
                  <a:spcPct val="0"/>
                </a:spcAft>
                <a:defRPr sz="1400">
                  <a:solidFill>
                    <a:schemeClr val="folHlink"/>
                  </a:solidFill>
                  <a:latin typeface="Tahoma" pitchFamily="34" charset="0"/>
                </a:defRPr>
              </a:lvl8pPr>
              <a:lvl9pPr marL="3886200" indent="-228600" eaLnBrk="0" fontAlgn="base" hangingPunct="0">
                <a:spcBef>
                  <a:spcPct val="0"/>
                </a:spcBef>
                <a:spcAft>
                  <a:spcPct val="0"/>
                </a:spcAft>
                <a:defRPr sz="1400">
                  <a:solidFill>
                    <a:schemeClr val="folHlink"/>
                  </a:solidFill>
                  <a:latin typeface="Tahoma" pitchFamily="34" charset="0"/>
                </a:defRPr>
              </a:lvl9pPr>
            </a:lstStyle>
            <a:p>
              <a:pPr eaLnBrk="1" hangingPunct="1">
                <a:defRPr/>
              </a:pPr>
              <a:endParaRPr lang="es-AR" altLang="es-AR"/>
            </a:p>
          </p:txBody>
        </p:sp>
        <p:sp>
          <p:nvSpPr>
            <p:cNvPr id="8" name="Rectangle 10"/>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folHlink"/>
                  </a:solidFill>
                  <a:latin typeface="Tahoma" pitchFamily="34" charset="0"/>
                </a:defRPr>
              </a:lvl1pPr>
              <a:lvl2pPr marL="742950" indent="-285750">
                <a:defRPr sz="1400">
                  <a:solidFill>
                    <a:schemeClr val="folHlink"/>
                  </a:solidFill>
                  <a:latin typeface="Tahoma" pitchFamily="34" charset="0"/>
                </a:defRPr>
              </a:lvl2pPr>
              <a:lvl3pPr marL="1143000" indent="-228600">
                <a:defRPr sz="1400">
                  <a:solidFill>
                    <a:schemeClr val="folHlink"/>
                  </a:solidFill>
                  <a:latin typeface="Tahoma" pitchFamily="34" charset="0"/>
                </a:defRPr>
              </a:lvl3pPr>
              <a:lvl4pPr marL="1600200" indent="-228600">
                <a:defRPr sz="1400">
                  <a:solidFill>
                    <a:schemeClr val="folHlink"/>
                  </a:solidFill>
                  <a:latin typeface="Tahoma" pitchFamily="34" charset="0"/>
                </a:defRPr>
              </a:lvl4pPr>
              <a:lvl5pPr marL="2057400" indent="-228600">
                <a:defRPr sz="1400">
                  <a:solidFill>
                    <a:schemeClr val="folHlink"/>
                  </a:solidFill>
                  <a:latin typeface="Tahoma" pitchFamily="34" charset="0"/>
                </a:defRPr>
              </a:lvl5pPr>
              <a:lvl6pPr marL="2514600" indent="-228600" eaLnBrk="0" fontAlgn="base" hangingPunct="0">
                <a:spcBef>
                  <a:spcPct val="0"/>
                </a:spcBef>
                <a:spcAft>
                  <a:spcPct val="0"/>
                </a:spcAft>
                <a:defRPr sz="1400">
                  <a:solidFill>
                    <a:schemeClr val="folHlink"/>
                  </a:solidFill>
                  <a:latin typeface="Tahoma" pitchFamily="34" charset="0"/>
                </a:defRPr>
              </a:lvl6pPr>
              <a:lvl7pPr marL="2971800" indent="-228600" eaLnBrk="0" fontAlgn="base" hangingPunct="0">
                <a:spcBef>
                  <a:spcPct val="0"/>
                </a:spcBef>
                <a:spcAft>
                  <a:spcPct val="0"/>
                </a:spcAft>
                <a:defRPr sz="1400">
                  <a:solidFill>
                    <a:schemeClr val="folHlink"/>
                  </a:solidFill>
                  <a:latin typeface="Tahoma" pitchFamily="34" charset="0"/>
                </a:defRPr>
              </a:lvl7pPr>
              <a:lvl8pPr marL="3429000" indent="-228600" eaLnBrk="0" fontAlgn="base" hangingPunct="0">
                <a:spcBef>
                  <a:spcPct val="0"/>
                </a:spcBef>
                <a:spcAft>
                  <a:spcPct val="0"/>
                </a:spcAft>
                <a:defRPr sz="1400">
                  <a:solidFill>
                    <a:schemeClr val="folHlink"/>
                  </a:solidFill>
                  <a:latin typeface="Tahoma" pitchFamily="34" charset="0"/>
                </a:defRPr>
              </a:lvl8pPr>
              <a:lvl9pPr marL="3886200" indent="-228600" eaLnBrk="0" fontAlgn="base" hangingPunct="0">
                <a:spcBef>
                  <a:spcPct val="0"/>
                </a:spcBef>
                <a:spcAft>
                  <a:spcPct val="0"/>
                </a:spcAft>
                <a:defRPr sz="1400">
                  <a:solidFill>
                    <a:schemeClr val="folHlink"/>
                  </a:solidFill>
                  <a:latin typeface="Tahoma" pitchFamily="34" charset="0"/>
                </a:defRPr>
              </a:lvl9pPr>
            </a:lstStyle>
            <a:p>
              <a:pPr eaLnBrk="1" hangingPunct="1">
                <a:defRPr/>
              </a:pPr>
              <a:endParaRPr lang="es-AR" altLang="es-AR"/>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folHlink"/>
                  </a:solidFill>
                  <a:latin typeface="Tahoma" pitchFamily="34" charset="0"/>
                </a:defRPr>
              </a:lvl1pPr>
              <a:lvl2pPr marL="742950" indent="-285750">
                <a:defRPr sz="1400">
                  <a:solidFill>
                    <a:schemeClr val="folHlink"/>
                  </a:solidFill>
                  <a:latin typeface="Tahoma" pitchFamily="34" charset="0"/>
                </a:defRPr>
              </a:lvl2pPr>
              <a:lvl3pPr marL="1143000" indent="-228600">
                <a:defRPr sz="1400">
                  <a:solidFill>
                    <a:schemeClr val="folHlink"/>
                  </a:solidFill>
                  <a:latin typeface="Tahoma" pitchFamily="34" charset="0"/>
                </a:defRPr>
              </a:lvl3pPr>
              <a:lvl4pPr marL="1600200" indent="-228600">
                <a:defRPr sz="1400">
                  <a:solidFill>
                    <a:schemeClr val="folHlink"/>
                  </a:solidFill>
                  <a:latin typeface="Tahoma" pitchFamily="34" charset="0"/>
                </a:defRPr>
              </a:lvl4pPr>
              <a:lvl5pPr marL="2057400" indent="-228600">
                <a:defRPr sz="1400">
                  <a:solidFill>
                    <a:schemeClr val="folHlink"/>
                  </a:solidFill>
                  <a:latin typeface="Tahoma" pitchFamily="34" charset="0"/>
                </a:defRPr>
              </a:lvl5pPr>
              <a:lvl6pPr marL="2514600" indent="-228600" eaLnBrk="0" fontAlgn="base" hangingPunct="0">
                <a:spcBef>
                  <a:spcPct val="0"/>
                </a:spcBef>
                <a:spcAft>
                  <a:spcPct val="0"/>
                </a:spcAft>
                <a:defRPr sz="1400">
                  <a:solidFill>
                    <a:schemeClr val="folHlink"/>
                  </a:solidFill>
                  <a:latin typeface="Tahoma" pitchFamily="34" charset="0"/>
                </a:defRPr>
              </a:lvl6pPr>
              <a:lvl7pPr marL="2971800" indent="-228600" eaLnBrk="0" fontAlgn="base" hangingPunct="0">
                <a:spcBef>
                  <a:spcPct val="0"/>
                </a:spcBef>
                <a:spcAft>
                  <a:spcPct val="0"/>
                </a:spcAft>
                <a:defRPr sz="1400">
                  <a:solidFill>
                    <a:schemeClr val="folHlink"/>
                  </a:solidFill>
                  <a:latin typeface="Tahoma" pitchFamily="34" charset="0"/>
                </a:defRPr>
              </a:lvl7pPr>
              <a:lvl8pPr marL="3429000" indent="-228600" eaLnBrk="0" fontAlgn="base" hangingPunct="0">
                <a:spcBef>
                  <a:spcPct val="0"/>
                </a:spcBef>
                <a:spcAft>
                  <a:spcPct val="0"/>
                </a:spcAft>
                <a:defRPr sz="1400">
                  <a:solidFill>
                    <a:schemeClr val="folHlink"/>
                  </a:solidFill>
                  <a:latin typeface="Tahoma" pitchFamily="34" charset="0"/>
                </a:defRPr>
              </a:lvl8pPr>
              <a:lvl9pPr marL="3886200" indent="-228600" eaLnBrk="0" fontAlgn="base" hangingPunct="0">
                <a:spcBef>
                  <a:spcPct val="0"/>
                </a:spcBef>
                <a:spcAft>
                  <a:spcPct val="0"/>
                </a:spcAft>
                <a:defRPr sz="1400">
                  <a:solidFill>
                    <a:schemeClr val="folHlink"/>
                  </a:solidFill>
                  <a:latin typeface="Tahoma" pitchFamily="34" charset="0"/>
                </a:defRPr>
              </a:lvl9pPr>
            </a:lstStyle>
            <a:p>
              <a:pPr eaLnBrk="1" hangingPunct="1">
                <a:defRPr/>
              </a:pPr>
              <a:endParaRPr lang="es-AR" altLang="es-AR"/>
            </a:p>
          </p:txBody>
        </p:sp>
      </p:grpSp>
      <p:sp>
        <p:nvSpPr>
          <p:cNvPr id="4108" name="Rectangle 12"/>
          <p:cNvSpPr>
            <a:spLocks noGrp="1" noChangeArrowheads="1"/>
          </p:cNvSpPr>
          <p:nvPr>
            <p:ph type="ctrTitle"/>
          </p:nvPr>
        </p:nvSpPr>
        <p:spPr>
          <a:xfrm>
            <a:off x="990600" y="1828800"/>
            <a:ext cx="7772400" cy="1143000"/>
          </a:xfrm>
        </p:spPr>
        <p:txBody>
          <a:bodyPr/>
          <a:lstStyle>
            <a:lvl1pPr>
              <a:defRPr/>
            </a:lvl1pPr>
          </a:lstStyle>
          <a:p>
            <a:r>
              <a:rPr lang="en-US"/>
              <a:t>Click to edit Master title style</a:t>
            </a:r>
          </a:p>
        </p:txBody>
      </p:sp>
      <p:sp>
        <p:nvSpPr>
          <p:cNvPr id="4109"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fld id="{34AACC37-F210-45F4-88CB-9B7D1C327A9F}" type="slidenum">
              <a:rPr lang="en-US" altLang="es-AR"/>
              <a:pPr/>
              <a:t>‹Nº›</a:t>
            </a:fld>
            <a:endParaRPr lang="en-US" altLang="es-AR"/>
          </a:p>
        </p:txBody>
      </p:sp>
    </p:spTree>
    <p:extLst>
      <p:ext uri="{BB962C8B-B14F-4D97-AF65-F5344CB8AC3E}">
        <p14:creationId xmlns:p14="http://schemas.microsoft.com/office/powerpoint/2010/main" val="3894785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43608" y="836712"/>
            <a:ext cx="7793037" cy="1143000"/>
          </a:xfrm>
        </p:spPr>
        <p:txBody>
          <a:bodyPr/>
          <a:lstStyle/>
          <a:p>
            <a:r>
              <a:rPr lang="en-US"/>
              <a:t>Click to edit Master title style</a:t>
            </a:r>
            <a:endParaRPr lang="es-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AR"/>
          </a:p>
        </p:txBody>
      </p:sp>
      <p:sp>
        <p:nvSpPr>
          <p:cNvPr id="4" name="Rectangle 11"/>
          <p:cNvSpPr>
            <a:spLocks noGrp="1" noChangeArrowheads="1"/>
          </p:cNvSpPr>
          <p:nvPr>
            <p:ph type="dt" sz="half" idx="10"/>
          </p:nvPr>
        </p:nvSpPr>
        <p:spPr>
          <a:ln/>
        </p:spPr>
        <p:txBody>
          <a:bodyPr/>
          <a:lstStyle>
            <a:lvl1pPr>
              <a:defRPr/>
            </a:lvl1pPr>
          </a:lstStyle>
          <a:p>
            <a:pPr>
              <a:defRPr/>
            </a:pPr>
            <a:endParaRPr lang="en-US"/>
          </a:p>
        </p:txBody>
      </p:sp>
      <p:sp>
        <p:nvSpPr>
          <p:cNvPr id="5" name="Rectangle 12"/>
          <p:cNvSpPr>
            <a:spLocks noGrp="1" noChangeArrowheads="1"/>
          </p:cNvSpPr>
          <p:nvPr>
            <p:ph type="ftr" sz="quarter" idx="11"/>
          </p:nvPr>
        </p:nvSpPr>
        <p:spPr>
          <a:ln/>
        </p:spPr>
        <p:txBody>
          <a:bodyPr/>
          <a:lstStyle>
            <a:lvl1pPr>
              <a:defRPr/>
            </a:lvl1pPr>
          </a:lstStyle>
          <a:p>
            <a:pPr>
              <a:defRPr/>
            </a:pPr>
            <a:endParaRPr lang="en-US"/>
          </a:p>
        </p:txBody>
      </p:sp>
      <p:sp>
        <p:nvSpPr>
          <p:cNvPr id="6" name="Rectangle 13"/>
          <p:cNvSpPr>
            <a:spLocks noGrp="1" noChangeArrowheads="1"/>
          </p:cNvSpPr>
          <p:nvPr>
            <p:ph type="sldNum" sz="quarter" idx="12"/>
          </p:nvPr>
        </p:nvSpPr>
        <p:spPr>
          <a:ln/>
        </p:spPr>
        <p:txBody>
          <a:bodyPr/>
          <a:lstStyle>
            <a:lvl1pPr>
              <a:defRPr/>
            </a:lvl1pPr>
          </a:lstStyle>
          <a:p>
            <a:fld id="{200C13FF-5729-4DDB-AD9D-FF55D7CE4F0A}" type="slidenum">
              <a:rPr lang="en-US" altLang="es-AR"/>
              <a:pPr/>
              <a:t>‹Nº›</a:t>
            </a:fld>
            <a:endParaRPr lang="en-US" altLang="es-AR"/>
          </a:p>
        </p:txBody>
      </p:sp>
    </p:spTree>
    <p:extLst>
      <p:ext uri="{BB962C8B-B14F-4D97-AF65-F5344CB8AC3E}">
        <p14:creationId xmlns:p14="http://schemas.microsoft.com/office/powerpoint/2010/main" val="86325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s-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p>
        </p:txBody>
      </p:sp>
      <p:sp>
        <p:nvSpPr>
          <p:cNvPr id="5" name="Rectangle 12"/>
          <p:cNvSpPr>
            <a:spLocks noGrp="1" noChangeArrowheads="1"/>
          </p:cNvSpPr>
          <p:nvPr>
            <p:ph type="ftr" sz="quarter" idx="11"/>
          </p:nvPr>
        </p:nvSpPr>
        <p:spPr>
          <a:ln/>
        </p:spPr>
        <p:txBody>
          <a:bodyPr/>
          <a:lstStyle>
            <a:lvl1pPr>
              <a:defRPr/>
            </a:lvl1pPr>
          </a:lstStyle>
          <a:p>
            <a:pPr>
              <a:defRPr/>
            </a:pPr>
            <a:endParaRPr lang="en-US"/>
          </a:p>
        </p:txBody>
      </p:sp>
      <p:sp>
        <p:nvSpPr>
          <p:cNvPr id="6" name="Rectangle 13"/>
          <p:cNvSpPr>
            <a:spLocks noGrp="1" noChangeArrowheads="1"/>
          </p:cNvSpPr>
          <p:nvPr>
            <p:ph type="sldNum" sz="quarter" idx="12"/>
          </p:nvPr>
        </p:nvSpPr>
        <p:spPr>
          <a:ln/>
        </p:spPr>
        <p:txBody>
          <a:bodyPr/>
          <a:lstStyle>
            <a:lvl1pPr>
              <a:defRPr/>
            </a:lvl1pPr>
          </a:lstStyle>
          <a:p>
            <a:fld id="{CE85D08E-5052-486C-B57A-EDA8661C7F50}" type="slidenum">
              <a:rPr lang="en-US" altLang="es-AR"/>
              <a:pPr/>
              <a:t>‹Nº›</a:t>
            </a:fld>
            <a:endParaRPr lang="en-US" altLang="es-AR"/>
          </a:p>
        </p:txBody>
      </p:sp>
    </p:spTree>
    <p:extLst>
      <p:ext uri="{BB962C8B-B14F-4D97-AF65-F5344CB8AC3E}">
        <p14:creationId xmlns:p14="http://schemas.microsoft.com/office/powerpoint/2010/main" val="41491235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s-AR"/>
          </a:p>
        </p:txBody>
      </p:sp>
      <p:sp>
        <p:nvSpPr>
          <p:cNvPr id="3" name="Content Placeholder 2"/>
          <p:cNvSpPr>
            <a:spLocks noGrp="1"/>
          </p:cNvSpPr>
          <p:nvPr>
            <p:ph sz="half" idx="1"/>
          </p:nvPr>
        </p:nvSpPr>
        <p:spPr>
          <a:xfrm>
            <a:off x="1182688" y="1676400"/>
            <a:ext cx="38100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AR"/>
          </a:p>
        </p:txBody>
      </p:sp>
      <p:sp>
        <p:nvSpPr>
          <p:cNvPr id="4" name="Content Placeholder 3"/>
          <p:cNvSpPr>
            <a:spLocks noGrp="1"/>
          </p:cNvSpPr>
          <p:nvPr>
            <p:ph sz="half" idx="2"/>
          </p:nvPr>
        </p:nvSpPr>
        <p:spPr>
          <a:xfrm>
            <a:off x="5145088" y="1676400"/>
            <a:ext cx="38100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AR"/>
          </a:p>
        </p:txBody>
      </p:sp>
      <p:sp>
        <p:nvSpPr>
          <p:cNvPr id="5" name="Rectangle 11"/>
          <p:cNvSpPr>
            <a:spLocks noGrp="1" noChangeArrowheads="1"/>
          </p:cNvSpPr>
          <p:nvPr>
            <p:ph type="dt" sz="half" idx="10"/>
          </p:nvPr>
        </p:nvSpPr>
        <p:spPr>
          <a:ln/>
        </p:spPr>
        <p:txBody>
          <a:bodyPr/>
          <a:lstStyle>
            <a:lvl1pPr>
              <a:defRPr/>
            </a:lvl1pPr>
          </a:lstStyle>
          <a:p>
            <a:pPr>
              <a:defRPr/>
            </a:pPr>
            <a:endParaRPr lang="en-US"/>
          </a:p>
        </p:txBody>
      </p:sp>
      <p:sp>
        <p:nvSpPr>
          <p:cNvPr id="6" name="Rectangle 12"/>
          <p:cNvSpPr>
            <a:spLocks noGrp="1" noChangeArrowheads="1"/>
          </p:cNvSpPr>
          <p:nvPr>
            <p:ph type="ftr" sz="quarter" idx="11"/>
          </p:nvPr>
        </p:nvSpPr>
        <p:spPr>
          <a:ln/>
        </p:spPr>
        <p:txBody>
          <a:bodyPr/>
          <a:lstStyle>
            <a:lvl1pPr>
              <a:defRPr/>
            </a:lvl1pPr>
          </a:lstStyle>
          <a:p>
            <a:pPr>
              <a:defRPr/>
            </a:pPr>
            <a:endParaRPr lang="en-US"/>
          </a:p>
        </p:txBody>
      </p:sp>
      <p:sp>
        <p:nvSpPr>
          <p:cNvPr id="7" name="Rectangle 13"/>
          <p:cNvSpPr>
            <a:spLocks noGrp="1" noChangeArrowheads="1"/>
          </p:cNvSpPr>
          <p:nvPr>
            <p:ph type="sldNum" sz="quarter" idx="12"/>
          </p:nvPr>
        </p:nvSpPr>
        <p:spPr>
          <a:ln/>
        </p:spPr>
        <p:txBody>
          <a:bodyPr/>
          <a:lstStyle>
            <a:lvl1pPr>
              <a:defRPr/>
            </a:lvl1pPr>
          </a:lstStyle>
          <a:p>
            <a:fld id="{FC0F5AB6-571C-4DFC-99A3-C63619304781}" type="slidenum">
              <a:rPr lang="en-US" altLang="es-AR"/>
              <a:pPr/>
              <a:t>‹Nº›</a:t>
            </a:fld>
            <a:endParaRPr lang="en-US" altLang="es-AR"/>
          </a:p>
        </p:txBody>
      </p:sp>
    </p:spTree>
    <p:extLst>
      <p:ext uri="{BB962C8B-B14F-4D97-AF65-F5344CB8AC3E}">
        <p14:creationId xmlns:p14="http://schemas.microsoft.com/office/powerpoint/2010/main" val="4079787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2588" y="411221"/>
            <a:ext cx="8229600" cy="1143000"/>
          </a:xfrm>
        </p:spPr>
        <p:txBody>
          <a:bodyPr/>
          <a:lstStyle>
            <a:lvl1pPr>
              <a:defRPr/>
            </a:lvl1pPr>
          </a:lstStyle>
          <a:p>
            <a:r>
              <a:rPr lang="en-US"/>
              <a:t>Click to edit Master title style</a:t>
            </a:r>
            <a:endParaRPr lang="es-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AR"/>
          </a:p>
        </p:txBody>
      </p:sp>
      <p:sp>
        <p:nvSpPr>
          <p:cNvPr id="7" name="Rectangle 11"/>
          <p:cNvSpPr>
            <a:spLocks noGrp="1" noChangeArrowheads="1"/>
          </p:cNvSpPr>
          <p:nvPr>
            <p:ph type="dt" sz="half" idx="10"/>
          </p:nvPr>
        </p:nvSpPr>
        <p:spPr>
          <a:ln/>
        </p:spPr>
        <p:txBody>
          <a:bodyPr/>
          <a:lstStyle>
            <a:lvl1pPr>
              <a:defRPr/>
            </a:lvl1pPr>
          </a:lstStyle>
          <a:p>
            <a:pPr>
              <a:defRPr/>
            </a:pPr>
            <a:endParaRPr lang="en-US"/>
          </a:p>
        </p:txBody>
      </p:sp>
      <p:sp>
        <p:nvSpPr>
          <p:cNvPr id="8" name="Rectangle 12"/>
          <p:cNvSpPr>
            <a:spLocks noGrp="1" noChangeArrowheads="1"/>
          </p:cNvSpPr>
          <p:nvPr>
            <p:ph type="ftr" sz="quarter" idx="11"/>
          </p:nvPr>
        </p:nvSpPr>
        <p:spPr>
          <a:ln/>
        </p:spPr>
        <p:txBody>
          <a:bodyPr/>
          <a:lstStyle>
            <a:lvl1pPr>
              <a:defRPr/>
            </a:lvl1pPr>
          </a:lstStyle>
          <a:p>
            <a:pPr>
              <a:defRPr/>
            </a:pPr>
            <a:endParaRPr lang="en-US"/>
          </a:p>
        </p:txBody>
      </p:sp>
      <p:sp>
        <p:nvSpPr>
          <p:cNvPr id="9" name="Rectangle 13"/>
          <p:cNvSpPr>
            <a:spLocks noGrp="1" noChangeArrowheads="1"/>
          </p:cNvSpPr>
          <p:nvPr>
            <p:ph type="sldNum" sz="quarter" idx="12"/>
          </p:nvPr>
        </p:nvSpPr>
        <p:spPr>
          <a:ln/>
        </p:spPr>
        <p:txBody>
          <a:bodyPr/>
          <a:lstStyle>
            <a:lvl1pPr>
              <a:defRPr/>
            </a:lvl1pPr>
          </a:lstStyle>
          <a:p>
            <a:fld id="{FD2E8EFF-440C-49D1-A759-11BCCD2851B5}" type="slidenum">
              <a:rPr lang="en-US" altLang="es-AR"/>
              <a:pPr/>
              <a:t>‹Nº›</a:t>
            </a:fld>
            <a:endParaRPr lang="en-US" altLang="es-AR"/>
          </a:p>
        </p:txBody>
      </p:sp>
    </p:spTree>
    <p:extLst>
      <p:ext uri="{BB962C8B-B14F-4D97-AF65-F5344CB8AC3E}">
        <p14:creationId xmlns:p14="http://schemas.microsoft.com/office/powerpoint/2010/main" val="3019723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s-AR"/>
          </a:p>
        </p:txBody>
      </p:sp>
      <p:sp>
        <p:nvSpPr>
          <p:cNvPr id="3" name="Rectangle 11"/>
          <p:cNvSpPr>
            <a:spLocks noGrp="1" noChangeArrowheads="1"/>
          </p:cNvSpPr>
          <p:nvPr>
            <p:ph type="dt" sz="half" idx="10"/>
          </p:nvPr>
        </p:nvSpPr>
        <p:spPr>
          <a:ln/>
        </p:spPr>
        <p:txBody>
          <a:bodyPr/>
          <a:lstStyle>
            <a:lvl1pPr>
              <a:defRPr/>
            </a:lvl1pPr>
          </a:lstStyle>
          <a:p>
            <a:pPr>
              <a:defRPr/>
            </a:pPr>
            <a:endParaRPr lang="en-US"/>
          </a:p>
        </p:txBody>
      </p:sp>
      <p:sp>
        <p:nvSpPr>
          <p:cNvPr id="4" name="Rectangle 12"/>
          <p:cNvSpPr>
            <a:spLocks noGrp="1" noChangeArrowheads="1"/>
          </p:cNvSpPr>
          <p:nvPr>
            <p:ph type="ftr" sz="quarter" idx="11"/>
          </p:nvPr>
        </p:nvSpPr>
        <p:spPr>
          <a:ln/>
        </p:spPr>
        <p:txBody>
          <a:bodyPr/>
          <a:lstStyle>
            <a:lvl1pPr>
              <a:defRPr/>
            </a:lvl1pPr>
          </a:lstStyle>
          <a:p>
            <a:pPr>
              <a:defRPr/>
            </a:pPr>
            <a:endParaRPr lang="en-US"/>
          </a:p>
        </p:txBody>
      </p:sp>
      <p:sp>
        <p:nvSpPr>
          <p:cNvPr id="5" name="Rectangle 13"/>
          <p:cNvSpPr>
            <a:spLocks noGrp="1" noChangeArrowheads="1"/>
          </p:cNvSpPr>
          <p:nvPr>
            <p:ph type="sldNum" sz="quarter" idx="12"/>
          </p:nvPr>
        </p:nvSpPr>
        <p:spPr>
          <a:ln/>
        </p:spPr>
        <p:txBody>
          <a:bodyPr/>
          <a:lstStyle>
            <a:lvl1pPr>
              <a:defRPr/>
            </a:lvl1pPr>
          </a:lstStyle>
          <a:p>
            <a:fld id="{D46FDC2E-F337-4C89-9866-B64CCFB9B9A7}" type="slidenum">
              <a:rPr lang="en-US" altLang="es-AR"/>
              <a:pPr/>
              <a:t>‹Nº›</a:t>
            </a:fld>
            <a:endParaRPr lang="en-US" altLang="es-AR"/>
          </a:p>
        </p:txBody>
      </p:sp>
    </p:spTree>
    <p:extLst>
      <p:ext uri="{BB962C8B-B14F-4D97-AF65-F5344CB8AC3E}">
        <p14:creationId xmlns:p14="http://schemas.microsoft.com/office/powerpoint/2010/main" val="5939734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endParaRPr lang="en-US"/>
          </a:p>
        </p:txBody>
      </p:sp>
      <p:sp>
        <p:nvSpPr>
          <p:cNvPr id="3" name="Rectangle 12"/>
          <p:cNvSpPr>
            <a:spLocks noGrp="1" noChangeArrowheads="1"/>
          </p:cNvSpPr>
          <p:nvPr>
            <p:ph type="ftr" sz="quarter" idx="11"/>
          </p:nvPr>
        </p:nvSpPr>
        <p:spPr>
          <a:ln/>
        </p:spPr>
        <p:txBody>
          <a:bodyPr/>
          <a:lstStyle>
            <a:lvl1pPr>
              <a:defRPr/>
            </a:lvl1pPr>
          </a:lstStyle>
          <a:p>
            <a:pPr>
              <a:defRPr/>
            </a:pPr>
            <a:endParaRPr lang="en-US"/>
          </a:p>
        </p:txBody>
      </p:sp>
      <p:sp>
        <p:nvSpPr>
          <p:cNvPr id="4" name="Rectangle 13"/>
          <p:cNvSpPr>
            <a:spLocks noGrp="1" noChangeArrowheads="1"/>
          </p:cNvSpPr>
          <p:nvPr>
            <p:ph type="sldNum" sz="quarter" idx="12"/>
          </p:nvPr>
        </p:nvSpPr>
        <p:spPr>
          <a:ln/>
        </p:spPr>
        <p:txBody>
          <a:bodyPr/>
          <a:lstStyle>
            <a:lvl1pPr>
              <a:defRPr/>
            </a:lvl1pPr>
          </a:lstStyle>
          <a:p>
            <a:fld id="{3F212274-B6E2-4E51-9809-E532F13BA502}" type="slidenum">
              <a:rPr lang="en-US" altLang="es-AR"/>
              <a:pPr/>
              <a:t>‹Nº›</a:t>
            </a:fld>
            <a:endParaRPr lang="en-US" altLang="es-AR"/>
          </a:p>
        </p:txBody>
      </p:sp>
    </p:spTree>
    <p:extLst>
      <p:ext uri="{BB962C8B-B14F-4D97-AF65-F5344CB8AC3E}">
        <p14:creationId xmlns:p14="http://schemas.microsoft.com/office/powerpoint/2010/main" val="9985944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s-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p>
        </p:txBody>
      </p:sp>
      <p:sp>
        <p:nvSpPr>
          <p:cNvPr id="6" name="Rectangle 12"/>
          <p:cNvSpPr>
            <a:spLocks noGrp="1" noChangeArrowheads="1"/>
          </p:cNvSpPr>
          <p:nvPr>
            <p:ph type="ftr" sz="quarter" idx="11"/>
          </p:nvPr>
        </p:nvSpPr>
        <p:spPr>
          <a:ln/>
        </p:spPr>
        <p:txBody>
          <a:bodyPr/>
          <a:lstStyle>
            <a:lvl1pPr>
              <a:defRPr/>
            </a:lvl1pPr>
          </a:lstStyle>
          <a:p>
            <a:pPr>
              <a:defRPr/>
            </a:pPr>
            <a:endParaRPr lang="en-US"/>
          </a:p>
        </p:txBody>
      </p:sp>
      <p:sp>
        <p:nvSpPr>
          <p:cNvPr id="7" name="Rectangle 13"/>
          <p:cNvSpPr>
            <a:spLocks noGrp="1" noChangeArrowheads="1"/>
          </p:cNvSpPr>
          <p:nvPr>
            <p:ph type="sldNum" sz="quarter" idx="12"/>
          </p:nvPr>
        </p:nvSpPr>
        <p:spPr>
          <a:ln/>
        </p:spPr>
        <p:txBody>
          <a:bodyPr/>
          <a:lstStyle>
            <a:lvl1pPr>
              <a:defRPr/>
            </a:lvl1pPr>
          </a:lstStyle>
          <a:p>
            <a:fld id="{BE68E6F2-F423-49E2-A38E-401046A07013}" type="slidenum">
              <a:rPr lang="en-US" altLang="es-AR"/>
              <a:pPr/>
              <a:t>‹Nº›</a:t>
            </a:fld>
            <a:endParaRPr lang="en-US" altLang="es-AR"/>
          </a:p>
        </p:txBody>
      </p:sp>
    </p:spTree>
    <p:extLst>
      <p:ext uri="{BB962C8B-B14F-4D97-AF65-F5344CB8AC3E}">
        <p14:creationId xmlns:p14="http://schemas.microsoft.com/office/powerpoint/2010/main" val="28833688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s-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AR"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p>
        </p:txBody>
      </p:sp>
      <p:sp>
        <p:nvSpPr>
          <p:cNvPr id="6" name="Rectangle 12"/>
          <p:cNvSpPr>
            <a:spLocks noGrp="1" noChangeArrowheads="1"/>
          </p:cNvSpPr>
          <p:nvPr>
            <p:ph type="ftr" sz="quarter" idx="11"/>
          </p:nvPr>
        </p:nvSpPr>
        <p:spPr>
          <a:ln/>
        </p:spPr>
        <p:txBody>
          <a:bodyPr/>
          <a:lstStyle>
            <a:lvl1pPr>
              <a:defRPr/>
            </a:lvl1pPr>
          </a:lstStyle>
          <a:p>
            <a:pPr>
              <a:defRPr/>
            </a:pPr>
            <a:endParaRPr lang="en-US"/>
          </a:p>
        </p:txBody>
      </p:sp>
      <p:sp>
        <p:nvSpPr>
          <p:cNvPr id="7" name="Rectangle 13"/>
          <p:cNvSpPr>
            <a:spLocks noGrp="1" noChangeArrowheads="1"/>
          </p:cNvSpPr>
          <p:nvPr>
            <p:ph type="sldNum" sz="quarter" idx="12"/>
          </p:nvPr>
        </p:nvSpPr>
        <p:spPr>
          <a:ln/>
        </p:spPr>
        <p:txBody>
          <a:bodyPr/>
          <a:lstStyle>
            <a:lvl1pPr>
              <a:defRPr/>
            </a:lvl1pPr>
          </a:lstStyle>
          <a:p>
            <a:fld id="{3DDDCEDF-2CFA-4827-8226-DF263822E970}" type="slidenum">
              <a:rPr lang="en-US" altLang="es-AR"/>
              <a:pPr/>
              <a:t>‹Nº›</a:t>
            </a:fld>
            <a:endParaRPr lang="en-US" altLang="es-AR"/>
          </a:p>
        </p:txBody>
      </p:sp>
    </p:spTree>
    <p:extLst>
      <p:ext uri="{BB962C8B-B14F-4D97-AF65-F5344CB8AC3E}">
        <p14:creationId xmlns:p14="http://schemas.microsoft.com/office/powerpoint/2010/main" val="22246791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s-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AR"/>
          </a:p>
        </p:txBody>
      </p:sp>
      <p:sp>
        <p:nvSpPr>
          <p:cNvPr id="4" name="Rectangle 11"/>
          <p:cNvSpPr>
            <a:spLocks noGrp="1" noChangeArrowheads="1"/>
          </p:cNvSpPr>
          <p:nvPr>
            <p:ph type="dt" sz="half" idx="10"/>
          </p:nvPr>
        </p:nvSpPr>
        <p:spPr>
          <a:ln/>
        </p:spPr>
        <p:txBody>
          <a:bodyPr/>
          <a:lstStyle>
            <a:lvl1pPr>
              <a:defRPr/>
            </a:lvl1pPr>
          </a:lstStyle>
          <a:p>
            <a:pPr>
              <a:defRPr/>
            </a:pPr>
            <a:endParaRPr lang="en-US"/>
          </a:p>
        </p:txBody>
      </p:sp>
      <p:sp>
        <p:nvSpPr>
          <p:cNvPr id="5" name="Rectangle 12"/>
          <p:cNvSpPr>
            <a:spLocks noGrp="1" noChangeArrowheads="1"/>
          </p:cNvSpPr>
          <p:nvPr>
            <p:ph type="ftr" sz="quarter" idx="11"/>
          </p:nvPr>
        </p:nvSpPr>
        <p:spPr>
          <a:ln/>
        </p:spPr>
        <p:txBody>
          <a:bodyPr/>
          <a:lstStyle>
            <a:lvl1pPr>
              <a:defRPr/>
            </a:lvl1pPr>
          </a:lstStyle>
          <a:p>
            <a:pPr>
              <a:defRPr/>
            </a:pPr>
            <a:endParaRPr lang="en-US"/>
          </a:p>
        </p:txBody>
      </p:sp>
      <p:sp>
        <p:nvSpPr>
          <p:cNvPr id="6" name="Rectangle 13"/>
          <p:cNvSpPr>
            <a:spLocks noGrp="1" noChangeArrowheads="1"/>
          </p:cNvSpPr>
          <p:nvPr>
            <p:ph type="sldNum" sz="quarter" idx="12"/>
          </p:nvPr>
        </p:nvSpPr>
        <p:spPr>
          <a:ln/>
        </p:spPr>
        <p:txBody>
          <a:bodyPr/>
          <a:lstStyle>
            <a:lvl1pPr>
              <a:defRPr/>
            </a:lvl1pPr>
          </a:lstStyle>
          <a:p>
            <a:fld id="{8F36A135-7F5A-479F-894B-A939E0A65981}" type="slidenum">
              <a:rPr lang="en-US" altLang="es-AR"/>
              <a:pPr/>
              <a:t>‹Nº›</a:t>
            </a:fld>
            <a:endParaRPr lang="en-US" altLang="es-AR"/>
          </a:p>
        </p:txBody>
      </p:sp>
    </p:spTree>
    <p:extLst>
      <p:ext uri="{BB962C8B-B14F-4D97-AF65-F5344CB8AC3E}">
        <p14:creationId xmlns:p14="http://schemas.microsoft.com/office/powerpoint/2010/main" val="42834380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4050" y="304800"/>
            <a:ext cx="1951038" cy="6324600"/>
          </a:xfrm>
        </p:spPr>
        <p:txBody>
          <a:bodyPr vert="eaVert"/>
          <a:lstStyle/>
          <a:p>
            <a:r>
              <a:rPr lang="en-US"/>
              <a:t>Click to edit Master title style</a:t>
            </a:r>
            <a:endParaRPr lang="es-AR"/>
          </a:p>
        </p:txBody>
      </p:sp>
      <p:sp>
        <p:nvSpPr>
          <p:cNvPr id="3" name="Vertical Text Placeholder 2"/>
          <p:cNvSpPr>
            <a:spLocks noGrp="1"/>
          </p:cNvSpPr>
          <p:nvPr>
            <p:ph type="body" orient="vert" idx="1"/>
          </p:nvPr>
        </p:nvSpPr>
        <p:spPr>
          <a:xfrm>
            <a:off x="1150938" y="304800"/>
            <a:ext cx="5700712" cy="6324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AR"/>
          </a:p>
        </p:txBody>
      </p:sp>
      <p:sp>
        <p:nvSpPr>
          <p:cNvPr id="4" name="Rectangle 11"/>
          <p:cNvSpPr>
            <a:spLocks noGrp="1" noChangeArrowheads="1"/>
          </p:cNvSpPr>
          <p:nvPr>
            <p:ph type="dt" sz="half" idx="10"/>
          </p:nvPr>
        </p:nvSpPr>
        <p:spPr>
          <a:ln/>
        </p:spPr>
        <p:txBody>
          <a:bodyPr/>
          <a:lstStyle>
            <a:lvl1pPr>
              <a:defRPr/>
            </a:lvl1pPr>
          </a:lstStyle>
          <a:p>
            <a:pPr>
              <a:defRPr/>
            </a:pPr>
            <a:endParaRPr lang="en-US"/>
          </a:p>
        </p:txBody>
      </p:sp>
      <p:sp>
        <p:nvSpPr>
          <p:cNvPr id="5" name="Rectangle 12"/>
          <p:cNvSpPr>
            <a:spLocks noGrp="1" noChangeArrowheads="1"/>
          </p:cNvSpPr>
          <p:nvPr>
            <p:ph type="ftr" sz="quarter" idx="11"/>
          </p:nvPr>
        </p:nvSpPr>
        <p:spPr>
          <a:ln/>
        </p:spPr>
        <p:txBody>
          <a:bodyPr/>
          <a:lstStyle>
            <a:lvl1pPr>
              <a:defRPr/>
            </a:lvl1pPr>
          </a:lstStyle>
          <a:p>
            <a:pPr>
              <a:defRPr/>
            </a:pPr>
            <a:endParaRPr lang="en-US"/>
          </a:p>
        </p:txBody>
      </p:sp>
      <p:sp>
        <p:nvSpPr>
          <p:cNvPr id="6" name="Rectangle 13"/>
          <p:cNvSpPr>
            <a:spLocks noGrp="1" noChangeArrowheads="1"/>
          </p:cNvSpPr>
          <p:nvPr>
            <p:ph type="sldNum" sz="quarter" idx="12"/>
          </p:nvPr>
        </p:nvSpPr>
        <p:spPr>
          <a:ln/>
        </p:spPr>
        <p:txBody>
          <a:bodyPr/>
          <a:lstStyle>
            <a:lvl1pPr>
              <a:defRPr/>
            </a:lvl1pPr>
          </a:lstStyle>
          <a:p>
            <a:fld id="{A3BD3085-D9B3-452C-AE14-39E8611FE7D8}" type="slidenum">
              <a:rPr lang="en-US" altLang="es-AR"/>
              <a:pPr/>
              <a:t>‹Nº›</a:t>
            </a:fld>
            <a:endParaRPr lang="en-US" altLang="es-AR"/>
          </a:p>
        </p:txBody>
      </p:sp>
    </p:spTree>
    <p:extLst>
      <p:ext uri="{BB962C8B-B14F-4D97-AF65-F5344CB8AC3E}">
        <p14:creationId xmlns:p14="http://schemas.microsoft.com/office/powerpoint/2010/main" val="1892426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19"/>
          <p:cNvGrpSpPr>
            <a:grpSpLocks/>
          </p:cNvGrpSpPr>
          <p:nvPr userDrawn="1"/>
        </p:nvGrpSpPr>
        <p:grpSpPr bwMode="auto">
          <a:xfrm>
            <a:off x="127000" y="609600"/>
            <a:ext cx="8542338" cy="1052513"/>
            <a:chOff x="80" y="624"/>
            <a:chExt cx="5381" cy="663"/>
          </a:xfrm>
        </p:grpSpPr>
        <p:sp>
          <p:nvSpPr>
            <p:cNvPr id="1038" name="Rectangle 2"/>
            <p:cNvSpPr>
              <a:spLocks noChangeArrowheads="1"/>
            </p:cNvSpPr>
            <p:nvPr/>
          </p:nvSpPr>
          <p:spPr bwMode="ltGray">
            <a:xfrm>
              <a:off x="263" y="692"/>
              <a:ext cx="276" cy="2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folHlink"/>
                  </a:solidFill>
                  <a:latin typeface="Tahoma" pitchFamily="34" charset="0"/>
                </a:defRPr>
              </a:lvl1pPr>
              <a:lvl2pPr marL="742950" indent="-285750">
                <a:defRPr sz="1400">
                  <a:solidFill>
                    <a:schemeClr val="folHlink"/>
                  </a:solidFill>
                  <a:latin typeface="Tahoma" pitchFamily="34" charset="0"/>
                </a:defRPr>
              </a:lvl2pPr>
              <a:lvl3pPr marL="1143000" indent="-228600">
                <a:defRPr sz="1400">
                  <a:solidFill>
                    <a:schemeClr val="folHlink"/>
                  </a:solidFill>
                  <a:latin typeface="Tahoma" pitchFamily="34" charset="0"/>
                </a:defRPr>
              </a:lvl3pPr>
              <a:lvl4pPr marL="1600200" indent="-228600">
                <a:defRPr sz="1400">
                  <a:solidFill>
                    <a:schemeClr val="folHlink"/>
                  </a:solidFill>
                  <a:latin typeface="Tahoma" pitchFamily="34" charset="0"/>
                </a:defRPr>
              </a:lvl4pPr>
              <a:lvl5pPr marL="2057400" indent="-228600">
                <a:defRPr sz="1400">
                  <a:solidFill>
                    <a:schemeClr val="folHlink"/>
                  </a:solidFill>
                  <a:latin typeface="Tahoma" pitchFamily="34" charset="0"/>
                </a:defRPr>
              </a:lvl5pPr>
              <a:lvl6pPr marL="2514600" indent="-228600" eaLnBrk="0" fontAlgn="base" hangingPunct="0">
                <a:spcBef>
                  <a:spcPct val="0"/>
                </a:spcBef>
                <a:spcAft>
                  <a:spcPct val="0"/>
                </a:spcAft>
                <a:defRPr sz="1400">
                  <a:solidFill>
                    <a:schemeClr val="folHlink"/>
                  </a:solidFill>
                  <a:latin typeface="Tahoma" pitchFamily="34" charset="0"/>
                </a:defRPr>
              </a:lvl6pPr>
              <a:lvl7pPr marL="2971800" indent="-228600" eaLnBrk="0" fontAlgn="base" hangingPunct="0">
                <a:spcBef>
                  <a:spcPct val="0"/>
                </a:spcBef>
                <a:spcAft>
                  <a:spcPct val="0"/>
                </a:spcAft>
                <a:defRPr sz="1400">
                  <a:solidFill>
                    <a:schemeClr val="folHlink"/>
                  </a:solidFill>
                  <a:latin typeface="Tahoma" pitchFamily="34" charset="0"/>
                </a:defRPr>
              </a:lvl7pPr>
              <a:lvl8pPr marL="3429000" indent="-228600" eaLnBrk="0" fontAlgn="base" hangingPunct="0">
                <a:spcBef>
                  <a:spcPct val="0"/>
                </a:spcBef>
                <a:spcAft>
                  <a:spcPct val="0"/>
                </a:spcAft>
                <a:defRPr sz="1400">
                  <a:solidFill>
                    <a:schemeClr val="folHlink"/>
                  </a:solidFill>
                  <a:latin typeface="Tahoma" pitchFamily="34" charset="0"/>
                </a:defRPr>
              </a:lvl8pPr>
              <a:lvl9pPr marL="3886200" indent="-228600" eaLnBrk="0" fontAlgn="base" hangingPunct="0">
                <a:spcBef>
                  <a:spcPct val="0"/>
                </a:spcBef>
                <a:spcAft>
                  <a:spcPct val="0"/>
                </a:spcAft>
                <a:defRPr sz="1400">
                  <a:solidFill>
                    <a:schemeClr val="folHlink"/>
                  </a:solidFill>
                  <a:latin typeface="Tahoma" pitchFamily="34" charset="0"/>
                </a:defRPr>
              </a:lvl9pPr>
            </a:lstStyle>
            <a:p>
              <a:pPr algn="ctr" eaLnBrk="1" hangingPunct="1">
                <a:defRPr/>
              </a:pPr>
              <a:endParaRPr kumimoji="1" lang="es-ES" altLang="es-AR" sz="2400">
                <a:solidFill>
                  <a:schemeClr val="tx1"/>
                </a:solidFill>
              </a:endParaRPr>
            </a:p>
          </p:txBody>
        </p:sp>
        <p:sp>
          <p:nvSpPr>
            <p:cNvPr id="1039" name="Rectangle 3"/>
            <p:cNvSpPr>
              <a:spLocks noChangeArrowheads="1"/>
            </p:cNvSpPr>
            <p:nvPr/>
          </p:nvSpPr>
          <p:spPr bwMode="ltGray">
            <a:xfrm>
              <a:off x="504" y="692"/>
              <a:ext cx="207" cy="299"/>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folHlink"/>
                  </a:solidFill>
                  <a:latin typeface="Tahoma" pitchFamily="34" charset="0"/>
                </a:defRPr>
              </a:lvl1pPr>
              <a:lvl2pPr marL="742950" indent="-285750">
                <a:defRPr sz="1400">
                  <a:solidFill>
                    <a:schemeClr val="folHlink"/>
                  </a:solidFill>
                  <a:latin typeface="Tahoma" pitchFamily="34" charset="0"/>
                </a:defRPr>
              </a:lvl2pPr>
              <a:lvl3pPr marL="1143000" indent="-228600">
                <a:defRPr sz="1400">
                  <a:solidFill>
                    <a:schemeClr val="folHlink"/>
                  </a:solidFill>
                  <a:latin typeface="Tahoma" pitchFamily="34" charset="0"/>
                </a:defRPr>
              </a:lvl3pPr>
              <a:lvl4pPr marL="1600200" indent="-228600">
                <a:defRPr sz="1400">
                  <a:solidFill>
                    <a:schemeClr val="folHlink"/>
                  </a:solidFill>
                  <a:latin typeface="Tahoma" pitchFamily="34" charset="0"/>
                </a:defRPr>
              </a:lvl4pPr>
              <a:lvl5pPr marL="2057400" indent="-228600">
                <a:defRPr sz="1400">
                  <a:solidFill>
                    <a:schemeClr val="folHlink"/>
                  </a:solidFill>
                  <a:latin typeface="Tahoma" pitchFamily="34" charset="0"/>
                </a:defRPr>
              </a:lvl5pPr>
              <a:lvl6pPr marL="2514600" indent="-228600" eaLnBrk="0" fontAlgn="base" hangingPunct="0">
                <a:spcBef>
                  <a:spcPct val="0"/>
                </a:spcBef>
                <a:spcAft>
                  <a:spcPct val="0"/>
                </a:spcAft>
                <a:defRPr sz="1400">
                  <a:solidFill>
                    <a:schemeClr val="folHlink"/>
                  </a:solidFill>
                  <a:latin typeface="Tahoma" pitchFamily="34" charset="0"/>
                </a:defRPr>
              </a:lvl6pPr>
              <a:lvl7pPr marL="2971800" indent="-228600" eaLnBrk="0" fontAlgn="base" hangingPunct="0">
                <a:spcBef>
                  <a:spcPct val="0"/>
                </a:spcBef>
                <a:spcAft>
                  <a:spcPct val="0"/>
                </a:spcAft>
                <a:defRPr sz="1400">
                  <a:solidFill>
                    <a:schemeClr val="folHlink"/>
                  </a:solidFill>
                  <a:latin typeface="Tahoma" pitchFamily="34" charset="0"/>
                </a:defRPr>
              </a:lvl7pPr>
              <a:lvl8pPr marL="3429000" indent="-228600" eaLnBrk="0" fontAlgn="base" hangingPunct="0">
                <a:spcBef>
                  <a:spcPct val="0"/>
                </a:spcBef>
                <a:spcAft>
                  <a:spcPct val="0"/>
                </a:spcAft>
                <a:defRPr sz="1400">
                  <a:solidFill>
                    <a:schemeClr val="folHlink"/>
                  </a:solidFill>
                  <a:latin typeface="Tahoma" pitchFamily="34" charset="0"/>
                </a:defRPr>
              </a:lvl8pPr>
              <a:lvl9pPr marL="3886200" indent="-228600" eaLnBrk="0" fontAlgn="base" hangingPunct="0">
                <a:spcBef>
                  <a:spcPct val="0"/>
                </a:spcBef>
                <a:spcAft>
                  <a:spcPct val="0"/>
                </a:spcAft>
                <a:defRPr sz="1400">
                  <a:solidFill>
                    <a:schemeClr val="folHlink"/>
                  </a:solidFill>
                  <a:latin typeface="Tahoma" pitchFamily="34" charset="0"/>
                </a:defRPr>
              </a:lvl9pPr>
            </a:lstStyle>
            <a:p>
              <a:pPr algn="ctr" eaLnBrk="1" hangingPunct="1">
                <a:defRPr/>
              </a:pPr>
              <a:endParaRPr kumimoji="1" lang="es-ES" altLang="es-AR" sz="2400">
                <a:solidFill>
                  <a:schemeClr val="tx1"/>
                </a:solidFill>
              </a:endParaRPr>
            </a:p>
          </p:txBody>
        </p:sp>
        <p:sp>
          <p:nvSpPr>
            <p:cNvPr id="1040" name="Rectangle 4"/>
            <p:cNvSpPr>
              <a:spLocks noChangeArrowheads="1"/>
            </p:cNvSpPr>
            <p:nvPr/>
          </p:nvSpPr>
          <p:spPr bwMode="ltGray">
            <a:xfrm>
              <a:off x="341" y="958"/>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folHlink"/>
                  </a:solidFill>
                  <a:latin typeface="Tahoma" pitchFamily="34" charset="0"/>
                </a:defRPr>
              </a:lvl1pPr>
              <a:lvl2pPr marL="742950" indent="-285750">
                <a:defRPr sz="1400">
                  <a:solidFill>
                    <a:schemeClr val="folHlink"/>
                  </a:solidFill>
                  <a:latin typeface="Tahoma" pitchFamily="34" charset="0"/>
                </a:defRPr>
              </a:lvl2pPr>
              <a:lvl3pPr marL="1143000" indent="-228600">
                <a:defRPr sz="1400">
                  <a:solidFill>
                    <a:schemeClr val="folHlink"/>
                  </a:solidFill>
                  <a:latin typeface="Tahoma" pitchFamily="34" charset="0"/>
                </a:defRPr>
              </a:lvl3pPr>
              <a:lvl4pPr marL="1600200" indent="-228600">
                <a:defRPr sz="1400">
                  <a:solidFill>
                    <a:schemeClr val="folHlink"/>
                  </a:solidFill>
                  <a:latin typeface="Tahoma" pitchFamily="34" charset="0"/>
                </a:defRPr>
              </a:lvl4pPr>
              <a:lvl5pPr marL="2057400" indent="-228600">
                <a:defRPr sz="1400">
                  <a:solidFill>
                    <a:schemeClr val="folHlink"/>
                  </a:solidFill>
                  <a:latin typeface="Tahoma" pitchFamily="34" charset="0"/>
                </a:defRPr>
              </a:lvl5pPr>
              <a:lvl6pPr marL="2514600" indent="-228600" eaLnBrk="0" fontAlgn="base" hangingPunct="0">
                <a:spcBef>
                  <a:spcPct val="0"/>
                </a:spcBef>
                <a:spcAft>
                  <a:spcPct val="0"/>
                </a:spcAft>
                <a:defRPr sz="1400">
                  <a:solidFill>
                    <a:schemeClr val="folHlink"/>
                  </a:solidFill>
                  <a:latin typeface="Tahoma" pitchFamily="34" charset="0"/>
                </a:defRPr>
              </a:lvl6pPr>
              <a:lvl7pPr marL="2971800" indent="-228600" eaLnBrk="0" fontAlgn="base" hangingPunct="0">
                <a:spcBef>
                  <a:spcPct val="0"/>
                </a:spcBef>
                <a:spcAft>
                  <a:spcPct val="0"/>
                </a:spcAft>
                <a:defRPr sz="1400">
                  <a:solidFill>
                    <a:schemeClr val="folHlink"/>
                  </a:solidFill>
                  <a:latin typeface="Tahoma" pitchFamily="34" charset="0"/>
                </a:defRPr>
              </a:lvl7pPr>
              <a:lvl8pPr marL="3429000" indent="-228600" eaLnBrk="0" fontAlgn="base" hangingPunct="0">
                <a:spcBef>
                  <a:spcPct val="0"/>
                </a:spcBef>
                <a:spcAft>
                  <a:spcPct val="0"/>
                </a:spcAft>
                <a:defRPr sz="1400">
                  <a:solidFill>
                    <a:schemeClr val="folHlink"/>
                  </a:solidFill>
                  <a:latin typeface="Tahoma" pitchFamily="34" charset="0"/>
                </a:defRPr>
              </a:lvl8pPr>
              <a:lvl9pPr marL="3886200" indent="-228600" eaLnBrk="0" fontAlgn="base" hangingPunct="0">
                <a:spcBef>
                  <a:spcPct val="0"/>
                </a:spcBef>
                <a:spcAft>
                  <a:spcPct val="0"/>
                </a:spcAft>
                <a:defRPr sz="1400">
                  <a:solidFill>
                    <a:schemeClr val="folHlink"/>
                  </a:solidFill>
                  <a:latin typeface="Tahoma" pitchFamily="34" charset="0"/>
                </a:defRPr>
              </a:lvl9pPr>
            </a:lstStyle>
            <a:p>
              <a:pPr algn="ctr" eaLnBrk="1" hangingPunct="1">
                <a:defRPr/>
              </a:pPr>
              <a:endParaRPr kumimoji="1" lang="es-ES" altLang="es-AR" sz="2400">
                <a:solidFill>
                  <a:schemeClr val="tx1"/>
                </a:solidFill>
              </a:endParaRPr>
            </a:p>
          </p:txBody>
        </p:sp>
        <p:sp>
          <p:nvSpPr>
            <p:cNvPr id="1041" name="Rectangle 5"/>
            <p:cNvSpPr>
              <a:spLocks noChangeArrowheads="1"/>
            </p:cNvSpPr>
            <p:nvPr/>
          </p:nvSpPr>
          <p:spPr bwMode="ltGray">
            <a:xfrm>
              <a:off x="574" y="958"/>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folHlink"/>
                  </a:solidFill>
                  <a:latin typeface="Tahoma" pitchFamily="34" charset="0"/>
                </a:defRPr>
              </a:lvl1pPr>
              <a:lvl2pPr marL="742950" indent="-285750">
                <a:defRPr sz="1400">
                  <a:solidFill>
                    <a:schemeClr val="folHlink"/>
                  </a:solidFill>
                  <a:latin typeface="Tahoma" pitchFamily="34" charset="0"/>
                </a:defRPr>
              </a:lvl2pPr>
              <a:lvl3pPr marL="1143000" indent="-228600">
                <a:defRPr sz="1400">
                  <a:solidFill>
                    <a:schemeClr val="folHlink"/>
                  </a:solidFill>
                  <a:latin typeface="Tahoma" pitchFamily="34" charset="0"/>
                </a:defRPr>
              </a:lvl3pPr>
              <a:lvl4pPr marL="1600200" indent="-228600">
                <a:defRPr sz="1400">
                  <a:solidFill>
                    <a:schemeClr val="folHlink"/>
                  </a:solidFill>
                  <a:latin typeface="Tahoma" pitchFamily="34" charset="0"/>
                </a:defRPr>
              </a:lvl4pPr>
              <a:lvl5pPr marL="2057400" indent="-228600">
                <a:defRPr sz="1400">
                  <a:solidFill>
                    <a:schemeClr val="folHlink"/>
                  </a:solidFill>
                  <a:latin typeface="Tahoma" pitchFamily="34" charset="0"/>
                </a:defRPr>
              </a:lvl5pPr>
              <a:lvl6pPr marL="2514600" indent="-228600" eaLnBrk="0" fontAlgn="base" hangingPunct="0">
                <a:spcBef>
                  <a:spcPct val="0"/>
                </a:spcBef>
                <a:spcAft>
                  <a:spcPct val="0"/>
                </a:spcAft>
                <a:defRPr sz="1400">
                  <a:solidFill>
                    <a:schemeClr val="folHlink"/>
                  </a:solidFill>
                  <a:latin typeface="Tahoma" pitchFamily="34" charset="0"/>
                </a:defRPr>
              </a:lvl6pPr>
              <a:lvl7pPr marL="2971800" indent="-228600" eaLnBrk="0" fontAlgn="base" hangingPunct="0">
                <a:spcBef>
                  <a:spcPct val="0"/>
                </a:spcBef>
                <a:spcAft>
                  <a:spcPct val="0"/>
                </a:spcAft>
                <a:defRPr sz="1400">
                  <a:solidFill>
                    <a:schemeClr val="folHlink"/>
                  </a:solidFill>
                  <a:latin typeface="Tahoma" pitchFamily="34" charset="0"/>
                </a:defRPr>
              </a:lvl7pPr>
              <a:lvl8pPr marL="3429000" indent="-228600" eaLnBrk="0" fontAlgn="base" hangingPunct="0">
                <a:spcBef>
                  <a:spcPct val="0"/>
                </a:spcBef>
                <a:spcAft>
                  <a:spcPct val="0"/>
                </a:spcAft>
                <a:defRPr sz="1400">
                  <a:solidFill>
                    <a:schemeClr val="folHlink"/>
                  </a:solidFill>
                  <a:latin typeface="Tahoma" pitchFamily="34" charset="0"/>
                </a:defRPr>
              </a:lvl8pPr>
              <a:lvl9pPr marL="3886200" indent="-228600" eaLnBrk="0" fontAlgn="base" hangingPunct="0">
                <a:spcBef>
                  <a:spcPct val="0"/>
                </a:spcBef>
                <a:spcAft>
                  <a:spcPct val="0"/>
                </a:spcAft>
                <a:defRPr sz="1400">
                  <a:solidFill>
                    <a:schemeClr val="folHlink"/>
                  </a:solidFill>
                  <a:latin typeface="Tahoma" pitchFamily="34" charset="0"/>
                </a:defRPr>
              </a:lvl9pPr>
            </a:lstStyle>
            <a:p>
              <a:pPr algn="ctr" eaLnBrk="1" hangingPunct="1">
                <a:defRPr/>
              </a:pPr>
              <a:endParaRPr kumimoji="1" lang="es-ES" altLang="es-AR" sz="2400">
                <a:solidFill>
                  <a:schemeClr val="tx1"/>
                </a:solidFill>
              </a:endParaRPr>
            </a:p>
          </p:txBody>
        </p:sp>
        <p:sp>
          <p:nvSpPr>
            <p:cNvPr id="1042" name="Rectangle 6"/>
            <p:cNvSpPr>
              <a:spLocks noChangeArrowheads="1"/>
            </p:cNvSpPr>
            <p:nvPr/>
          </p:nvSpPr>
          <p:spPr bwMode="ltGray">
            <a:xfrm>
              <a:off x="80" y="912"/>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folHlink"/>
                  </a:solidFill>
                  <a:latin typeface="Tahoma" pitchFamily="34" charset="0"/>
                </a:defRPr>
              </a:lvl1pPr>
              <a:lvl2pPr marL="742950" indent="-285750">
                <a:defRPr sz="1400">
                  <a:solidFill>
                    <a:schemeClr val="folHlink"/>
                  </a:solidFill>
                  <a:latin typeface="Tahoma" pitchFamily="34" charset="0"/>
                </a:defRPr>
              </a:lvl2pPr>
              <a:lvl3pPr marL="1143000" indent="-228600">
                <a:defRPr sz="1400">
                  <a:solidFill>
                    <a:schemeClr val="folHlink"/>
                  </a:solidFill>
                  <a:latin typeface="Tahoma" pitchFamily="34" charset="0"/>
                </a:defRPr>
              </a:lvl3pPr>
              <a:lvl4pPr marL="1600200" indent="-228600">
                <a:defRPr sz="1400">
                  <a:solidFill>
                    <a:schemeClr val="folHlink"/>
                  </a:solidFill>
                  <a:latin typeface="Tahoma" pitchFamily="34" charset="0"/>
                </a:defRPr>
              </a:lvl4pPr>
              <a:lvl5pPr marL="2057400" indent="-228600">
                <a:defRPr sz="1400">
                  <a:solidFill>
                    <a:schemeClr val="folHlink"/>
                  </a:solidFill>
                  <a:latin typeface="Tahoma" pitchFamily="34" charset="0"/>
                </a:defRPr>
              </a:lvl5pPr>
              <a:lvl6pPr marL="2514600" indent="-228600" eaLnBrk="0" fontAlgn="base" hangingPunct="0">
                <a:spcBef>
                  <a:spcPct val="0"/>
                </a:spcBef>
                <a:spcAft>
                  <a:spcPct val="0"/>
                </a:spcAft>
                <a:defRPr sz="1400">
                  <a:solidFill>
                    <a:schemeClr val="folHlink"/>
                  </a:solidFill>
                  <a:latin typeface="Tahoma" pitchFamily="34" charset="0"/>
                </a:defRPr>
              </a:lvl6pPr>
              <a:lvl7pPr marL="2971800" indent="-228600" eaLnBrk="0" fontAlgn="base" hangingPunct="0">
                <a:spcBef>
                  <a:spcPct val="0"/>
                </a:spcBef>
                <a:spcAft>
                  <a:spcPct val="0"/>
                </a:spcAft>
                <a:defRPr sz="1400">
                  <a:solidFill>
                    <a:schemeClr val="folHlink"/>
                  </a:solidFill>
                  <a:latin typeface="Tahoma" pitchFamily="34" charset="0"/>
                </a:defRPr>
              </a:lvl7pPr>
              <a:lvl8pPr marL="3429000" indent="-228600" eaLnBrk="0" fontAlgn="base" hangingPunct="0">
                <a:spcBef>
                  <a:spcPct val="0"/>
                </a:spcBef>
                <a:spcAft>
                  <a:spcPct val="0"/>
                </a:spcAft>
                <a:defRPr sz="1400">
                  <a:solidFill>
                    <a:schemeClr val="folHlink"/>
                  </a:solidFill>
                  <a:latin typeface="Tahoma" pitchFamily="34" charset="0"/>
                </a:defRPr>
              </a:lvl8pPr>
              <a:lvl9pPr marL="3886200" indent="-228600" eaLnBrk="0" fontAlgn="base" hangingPunct="0">
                <a:spcBef>
                  <a:spcPct val="0"/>
                </a:spcBef>
                <a:spcAft>
                  <a:spcPct val="0"/>
                </a:spcAft>
                <a:defRPr sz="1400">
                  <a:solidFill>
                    <a:schemeClr val="folHlink"/>
                  </a:solidFill>
                  <a:latin typeface="Tahoma" pitchFamily="34" charset="0"/>
                </a:defRPr>
              </a:lvl9pPr>
            </a:lstStyle>
            <a:p>
              <a:pPr algn="ctr" eaLnBrk="1" hangingPunct="1">
                <a:defRPr/>
              </a:pPr>
              <a:endParaRPr kumimoji="1" lang="es-ES" altLang="es-AR" sz="2400">
                <a:solidFill>
                  <a:schemeClr val="tx1"/>
                </a:solidFill>
              </a:endParaRPr>
            </a:p>
          </p:txBody>
        </p:sp>
        <p:sp>
          <p:nvSpPr>
            <p:cNvPr id="1043" name="Rectangle 7"/>
            <p:cNvSpPr>
              <a:spLocks noChangeArrowheads="1"/>
            </p:cNvSpPr>
            <p:nvPr/>
          </p:nvSpPr>
          <p:spPr bwMode="gray">
            <a:xfrm>
              <a:off x="480" y="624"/>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folHlink"/>
                  </a:solidFill>
                  <a:latin typeface="Tahoma" pitchFamily="34" charset="0"/>
                </a:defRPr>
              </a:lvl1pPr>
              <a:lvl2pPr marL="742950" indent="-285750">
                <a:defRPr sz="1400">
                  <a:solidFill>
                    <a:schemeClr val="folHlink"/>
                  </a:solidFill>
                  <a:latin typeface="Tahoma" pitchFamily="34" charset="0"/>
                </a:defRPr>
              </a:lvl2pPr>
              <a:lvl3pPr marL="1143000" indent="-228600">
                <a:defRPr sz="1400">
                  <a:solidFill>
                    <a:schemeClr val="folHlink"/>
                  </a:solidFill>
                  <a:latin typeface="Tahoma" pitchFamily="34" charset="0"/>
                </a:defRPr>
              </a:lvl3pPr>
              <a:lvl4pPr marL="1600200" indent="-228600">
                <a:defRPr sz="1400">
                  <a:solidFill>
                    <a:schemeClr val="folHlink"/>
                  </a:solidFill>
                  <a:latin typeface="Tahoma" pitchFamily="34" charset="0"/>
                </a:defRPr>
              </a:lvl4pPr>
              <a:lvl5pPr marL="2057400" indent="-228600">
                <a:defRPr sz="1400">
                  <a:solidFill>
                    <a:schemeClr val="folHlink"/>
                  </a:solidFill>
                  <a:latin typeface="Tahoma" pitchFamily="34" charset="0"/>
                </a:defRPr>
              </a:lvl5pPr>
              <a:lvl6pPr marL="2514600" indent="-228600" eaLnBrk="0" fontAlgn="base" hangingPunct="0">
                <a:spcBef>
                  <a:spcPct val="0"/>
                </a:spcBef>
                <a:spcAft>
                  <a:spcPct val="0"/>
                </a:spcAft>
                <a:defRPr sz="1400">
                  <a:solidFill>
                    <a:schemeClr val="folHlink"/>
                  </a:solidFill>
                  <a:latin typeface="Tahoma" pitchFamily="34" charset="0"/>
                </a:defRPr>
              </a:lvl6pPr>
              <a:lvl7pPr marL="2971800" indent="-228600" eaLnBrk="0" fontAlgn="base" hangingPunct="0">
                <a:spcBef>
                  <a:spcPct val="0"/>
                </a:spcBef>
                <a:spcAft>
                  <a:spcPct val="0"/>
                </a:spcAft>
                <a:defRPr sz="1400">
                  <a:solidFill>
                    <a:schemeClr val="folHlink"/>
                  </a:solidFill>
                  <a:latin typeface="Tahoma" pitchFamily="34" charset="0"/>
                </a:defRPr>
              </a:lvl7pPr>
              <a:lvl8pPr marL="3429000" indent="-228600" eaLnBrk="0" fontAlgn="base" hangingPunct="0">
                <a:spcBef>
                  <a:spcPct val="0"/>
                </a:spcBef>
                <a:spcAft>
                  <a:spcPct val="0"/>
                </a:spcAft>
                <a:defRPr sz="1400">
                  <a:solidFill>
                    <a:schemeClr val="folHlink"/>
                  </a:solidFill>
                  <a:latin typeface="Tahoma" pitchFamily="34" charset="0"/>
                </a:defRPr>
              </a:lvl8pPr>
              <a:lvl9pPr marL="3886200" indent="-228600" eaLnBrk="0" fontAlgn="base" hangingPunct="0">
                <a:spcBef>
                  <a:spcPct val="0"/>
                </a:spcBef>
                <a:spcAft>
                  <a:spcPct val="0"/>
                </a:spcAft>
                <a:defRPr sz="1400">
                  <a:solidFill>
                    <a:schemeClr val="folHlink"/>
                  </a:solidFill>
                  <a:latin typeface="Tahoma" pitchFamily="34" charset="0"/>
                </a:defRPr>
              </a:lvl9pPr>
            </a:lstStyle>
            <a:p>
              <a:pPr algn="ctr" eaLnBrk="1" hangingPunct="1">
                <a:defRPr/>
              </a:pPr>
              <a:endParaRPr kumimoji="1" lang="es-ES" altLang="es-AR" sz="2400">
                <a:solidFill>
                  <a:schemeClr val="tx1"/>
                </a:solidFill>
              </a:endParaRPr>
            </a:p>
          </p:txBody>
        </p:sp>
        <p:sp>
          <p:nvSpPr>
            <p:cNvPr id="1044" name="Rectangle 8"/>
            <p:cNvSpPr>
              <a:spLocks noChangeArrowheads="1"/>
            </p:cNvSpPr>
            <p:nvPr/>
          </p:nvSpPr>
          <p:spPr bwMode="gray">
            <a:xfrm>
              <a:off x="279" y="1122"/>
              <a:ext cx="5182" cy="2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folHlink"/>
                  </a:solidFill>
                  <a:latin typeface="Tahoma" pitchFamily="34" charset="0"/>
                </a:defRPr>
              </a:lvl1pPr>
              <a:lvl2pPr marL="742950" indent="-285750">
                <a:defRPr sz="1400">
                  <a:solidFill>
                    <a:schemeClr val="folHlink"/>
                  </a:solidFill>
                  <a:latin typeface="Tahoma" pitchFamily="34" charset="0"/>
                </a:defRPr>
              </a:lvl2pPr>
              <a:lvl3pPr marL="1143000" indent="-228600">
                <a:defRPr sz="1400">
                  <a:solidFill>
                    <a:schemeClr val="folHlink"/>
                  </a:solidFill>
                  <a:latin typeface="Tahoma" pitchFamily="34" charset="0"/>
                </a:defRPr>
              </a:lvl3pPr>
              <a:lvl4pPr marL="1600200" indent="-228600">
                <a:defRPr sz="1400">
                  <a:solidFill>
                    <a:schemeClr val="folHlink"/>
                  </a:solidFill>
                  <a:latin typeface="Tahoma" pitchFamily="34" charset="0"/>
                </a:defRPr>
              </a:lvl4pPr>
              <a:lvl5pPr marL="2057400" indent="-228600">
                <a:defRPr sz="1400">
                  <a:solidFill>
                    <a:schemeClr val="folHlink"/>
                  </a:solidFill>
                  <a:latin typeface="Tahoma" pitchFamily="34" charset="0"/>
                </a:defRPr>
              </a:lvl5pPr>
              <a:lvl6pPr marL="2514600" indent="-228600" eaLnBrk="0" fontAlgn="base" hangingPunct="0">
                <a:spcBef>
                  <a:spcPct val="0"/>
                </a:spcBef>
                <a:spcAft>
                  <a:spcPct val="0"/>
                </a:spcAft>
                <a:defRPr sz="1400">
                  <a:solidFill>
                    <a:schemeClr val="folHlink"/>
                  </a:solidFill>
                  <a:latin typeface="Tahoma" pitchFamily="34" charset="0"/>
                </a:defRPr>
              </a:lvl6pPr>
              <a:lvl7pPr marL="2971800" indent="-228600" eaLnBrk="0" fontAlgn="base" hangingPunct="0">
                <a:spcBef>
                  <a:spcPct val="0"/>
                </a:spcBef>
                <a:spcAft>
                  <a:spcPct val="0"/>
                </a:spcAft>
                <a:defRPr sz="1400">
                  <a:solidFill>
                    <a:schemeClr val="folHlink"/>
                  </a:solidFill>
                  <a:latin typeface="Tahoma" pitchFamily="34" charset="0"/>
                </a:defRPr>
              </a:lvl7pPr>
              <a:lvl8pPr marL="3429000" indent="-228600" eaLnBrk="0" fontAlgn="base" hangingPunct="0">
                <a:spcBef>
                  <a:spcPct val="0"/>
                </a:spcBef>
                <a:spcAft>
                  <a:spcPct val="0"/>
                </a:spcAft>
                <a:defRPr sz="1400">
                  <a:solidFill>
                    <a:schemeClr val="folHlink"/>
                  </a:solidFill>
                  <a:latin typeface="Tahoma" pitchFamily="34" charset="0"/>
                </a:defRPr>
              </a:lvl8pPr>
              <a:lvl9pPr marL="3886200" indent="-228600" eaLnBrk="0" fontAlgn="base" hangingPunct="0">
                <a:spcBef>
                  <a:spcPct val="0"/>
                </a:spcBef>
                <a:spcAft>
                  <a:spcPct val="0"/>
                </a:spcAft>
                <a:defRPr sz="1400">
                  <a:solidFill>
                    <a:schemeClr val="folHlink"/>
                  </a:solidFill>
                  <a:latin typeface="Tahoma" pitchFamily="34" charset="0"/>
                </a:defRPr>
              </a:lvl9pPr>
            </a:lstStyle>
            <a:p>
              <a:pPr algn="ctr" eaLnBrk="1" hangingPunct="1">
                <a:defRPr/>
              </a:pPr>
              <a:endParaRPr kumimoji="1" lang="es-ES" altLang="es-AR" sz="2400">
                <a:solidFill>
                  <a:schemeClr val="tx1"/>
                </a:solidFill>
              </a:endParaRPr>
            </a:p>
          </p:txBody>
        </p:sp>
      </p:grpSp>
      <p:sp>
        <p:nvSpPr>
          <p:cNvPr id="1027" name="Rectangle 9"/>
          <p:cNvSpPr>
            <a:spLocks noGrp="1" noChangeArrowheads="1"/>
          </p:cNvSpPr>
          <p:nvPr>
            <p:ph type="title"/>
          </p:nvPr>
        </p:nvSpPr>
        <p:spPr bwMode="auto">
          <a:xfrm>
            <a:off x="1150938" y="304800"/>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s-AR"/>
              <a:t>Click to edit Master title style</a:t>
            </a:r>
          </a:p>
        </p:txBody>
      </p:sp>
      <p:sp>
        <p:nvSpPr>
          <p:cNvPr id="1028" name="Rectangle 10"/>
          <p:cNvSpPr>
            <a:spLocks noGrp="1" noChangeArrowheads="1"/>
          </p:cNvSpPr>
          <p:nvPr>
            <p:ph type="body" idx="1"/>
          </p:nvPr>
        </p:nvSpPr>
        <p:spPr bwMode="auto">
          <a:xfrm>
            <a:off x="1182688" y="1676400"/>
            <a:ext cx="77724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s-AR"/>
              <a:t>Click to edit Master text styles</a:t>
            </a:r>
          </a:p>
          <a:p>
            <a:pPr lvl="1"/>
            <a:r>
              <a:rPr lang="en-US" altLang="es-AR"/>
              <a:t>Second level</a:t>
            </a:r>
          </a:p>
          <a:p>
            <a:pPr lvl="2"/>
            <a:r>
              <a:rPr lang="en-US" altLang="es-AR"/>
              <a:t>Third level</a:t>
            </a:r>
          </a:p>
          <a:p>
            <a:pPr lvl="3"/>
            <a:r>
              <a:rPr lang="en-US" altLang="es-AR"/>
              <a:t>Fourth level</a:t>
            </a:r>
          </a:p>
          <a:p>
            <a:pPr lvl="4"/>
            <a:r>
              <a:rPr lang="en-US" altLang="es-AR"/>
              <a:t>Fifth level</a:t>
            </a:r>
          </a:p>
        </p:txBody>
      </p:sp>
      <p:sp>
        <p:nvSpPr>
          <p:cNvPr id="3083" name="Rectangle 11"/>
          <p:cNvSpPr>
            <a:spLocks noGrp="1" noChangeArrowheads="1"/>
          </p:cNvSpPr>
          <p:nvPr>
            <p:ph type="dt" sz="half" idx="2"/>
          </p:nvPr>
        </p:nvSpPr>
        <p:spPr bwMode="auto">
          <a:xfrm>
            <a:off x="9144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a:solidFill>
                  <a:schemeClr val="tx1"/>
                </a:solidFill>
              </a:defRPr>
            </a:lvl1pPr>
          </a:lstStyle>
          <a:p>
            <a:pPr>
              <a:defRPr/>
            </a:pPr>
            <a:endParaRPr lang="en-US"/>
          </a:p>
        </p:txBody>
      </p:sp>
      <p:sp>
        <p:nvSpPr>
          <p:cNvPr id="3084" name="Rectangle 12"/>
          <p:cNvSpPr>
            <a:spLocks noGrp="1" noChangeArrowheads="1"/>
          </p:cNvSpPr>
          <p:nvPr>
            <p:ph type="ftr" sz="quarter" idx="3"/>
          </p:nvPr>
        </p:nvSpPr>
        <p:spPr bwMode="auto">
          <a:xfrm>
            <a:off x="3352800" y="63246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a:solidFill>
                  <a:schemeClr val="tx1"/>
                </a:solidFill>
              </a:defRPr>
            </a:lvl1pPr>
          </a:lstStyle>
          <a:p>
            <a:pPr>
              <a:defRPr/>
            </a:pPr>
            <a:endParaRPr lang="en-US"/>
          </a:p>
        </p:txBody>
      </p:sp>
      <p:sp>
        <p:nvSpPr>
          <p:cNvPr id="3085" name="Rectangle 13"/>
          <p:cNvSpPr>
            <a:spLocks noGrp="1" noChangeArrowheads="1"/>
          </p:cNvSpPr>
          <p:nvPr>
            <p:ph type="sldNum" sz="quarter" idx="4"/>
          </p:nvPr>
        </p:nvSpPr>
        <p:spPr bwMode="auto">
          <a:xfrm>
            <a:off x="6781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a:solidFill>
                  <a:schemeClr val="tx1"/>
                </a:solidFill>
              </a:defRPr>
            </a:lvl1pPr>
          </a:lstStyle>
          <a:p>
            <a:fld id="{03808D9F-4793-48E4-9DDD-2656584F53AF}" type="slidenum">
              <a:rPr lang="en-US" altLang="es-AR"/>
              <a:pPr/>
              <a:t>‹Nº›</a:t>
            </a:fld>
            <a:endParaRPr lang="en-US" altLang="es-AR"/>
          </a:p>
        </p:txBody>
      </p:sp>
    </p:spTree>
  </p:cSld>
  <p:clrMap bg1="lt1" tx1="dk1" bg2="lt2" tx2="dk2" accent1="accent1" accent2="accent2" accent3="accent3" accent4="accent4" accent5="accent5" accent6="accent6" hlink="hlink" folHlink="folHlink"/>
  <p:sldLayoutIdLst>
    <p:sldLayoutId id="2147483756"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notesSlide" Target="../notesSlides/notesSlide3.xml"/><Relationship Id="rId7" Type="http://schemas.openxmlformats.org/officeDocument/2006/relationships/image" Target="../media/image8.png"/><Relationship Id="rId12"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7.jpeg"/><Relationship Id="rId11" Type="http://schemas.openxmlformats.org/officeDocument/2006/relationships/hyperlink" Target="https://www.luciamonterorodriguez.com/crea-eventos-periodicos-outlook/" TargetMode="External"/><Relationship Id="rId5" Type="http://schemas.openxmlformats.org/officeDocument/2006/relationships/image" Target="../media/image6.png"/><Relationship Id="rId10" Type="http://schemas.openxmlformats.org/officeDocument/2006/relationships/image" Target="../media/image11.jpeg"/><Relationship Id="rId4" Type="http://schemas.openxmlformats.org/officeDocument/2006/relationships/image" Target="../media/image5.png"/><Relationship Id="rId9" Type="http://schemas.openxmlformats.org/officeDocument/2006/relationships/image" Target="../media/image10.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ags" Target="../tags/tag2.xml"/><Relationship Id="rId5" Type="http://schemas.openxmlformats.org/officeDocument/2006/relationships/image" Target="../media/image14.png"/><Relationship Id="rId4" Type="http://schemas.openxmlformats.org/officeDocument/2006/relationships/image" Target="../media/image13.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990600" y="2057400"/>
            <a:ext cx="7772400" cy="1143000"/>
          </a:xfrm>
        </p:spPr>
        <p:txBody>
          <a:bodyPr/>
          <a:lstStyle/>
          <a:p>
            <a:pPr algn="ctr" eaLnBrk="1" hangingPunct="1"/>
            <a:r>
              <a:rPr lang="es-AR" altLang="es-AR" dirty="0"/>
              <a:t>Diseño y gestión de Bases de Datos</a:t>
            </a:r>
          </a:p>
        </p:txBody>
      </p:sp>
      <p:sp>
        <p:nvSpPr>
          <p:cNvPr id="5123" name="Rectangle 3"/>
          <p:cNvSpPr>
            <a:spLocks noGrp="1" noChangeArrowheads="1"/>
          </p:cNvSpPr>
          <p:nvPr>
            <p:ph type="subTitle" idx="1"/>
          </p:nvPr>
        </p:nvSpPr>
        <p:spPr>
          <a:xfrm>
            <a:off x="395288" y="3886200"/>
            <a:ext cx="8208962" cy="1558925"/>
          </a:xfrm>
        </p:spPr>
        <p:txBody>
          <a:bodyPr/>
          <a:lstStyle/>
          <a:p>
            <a:pPr eaLnBrk="1" hangingPunct="1"/>
            <a:r>
              <a:rPr lang="es-AR" altLang="es-AR" b="1" i="1" dirty="0">
                <a:solidFill>
                  <a:srgbClr val="920000"/>
                </a:solidFill>
              </a:rPr>
              <a:t>UT1: El impacto de los datos en las organizaciones. Roles en el ecosistema del dato. El dato en los procesos de las organizaciones </a:t>
            </a:r>
          </a:p>
        </p:txBody>
      </p:sp>
      <p:grpSp>
        <p:nvGrpSpPr>
          <p:cNvPr id="5124" name="Group 7"/>
          <p:cNvGrpSpPr>
            <a:grpSpLocks/>
          </p:cNvGrpSpPr>
          <p:nvPr/>
        </p:nvGrpSpPr>
        <p:grpSpPr bwMode="auto">
          <a:xfrm>
            <a:off x="1295400" y="152400"/>
            <a:ext cx="6324600" cy="1219200"/>
            <a:chOff x="384" y="288"/>
            <a:chExt cx="3984" cy="768"/>
          </a:xfrm>
        </p:grpSpPr>
        <p:pic>
          <p:nvPicPr>
            <p:cNvPr id="5125" name="Picture 4" descr="logoviej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 y="288"/>
              <a:ext cx="720" cy="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6" name="Picture 5" descr="index_r03_c0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4" y="384"/>
              <a:ext cx="2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7" name="Picture 6" descr="logofacu-ch"/>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78" y="336"/>
              <a:ext cx="590"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type="subTitle" idx="1"/>
          </p:nvPr>
        </p:nvSpPr>
        <p:spPr>
          <a:xfrm>
            <a:off x="0" y="330572"/>
            <a:ext cx="5051367" cy="1558925"/>
          </a:xfrm>
        </p:spPr>
        <p:txBody>
          <a:bodyPr/>
          <a:lstStyle/>
          <a:p>
            <a:r>
              <a:rPr lang="es-MX" sz="4000" dirty="0">
                <a:solidFill>
                  <a:schemeClr val="tx1"/>
                </a:solidFill>
              </a:rPr>
              <a:t>1. El impacto de los datos en las organizaciones</a:t>
            </a:r>
          </a:p>
        </p:txBody>
      </p:sp>
      <p:pic>
        <p:nvPicPr>
          <p:cNvPr id="9" name="Imagen 8">
            <a:extLst>
              <a:ext uri="{FF2B5EF4-FFF2-40B4-BE49-F238E27FC236}">
                <a16:creationId xmlns:a16="http://schemas.microsoft.com/office/drawing/2014/main" id="{0D0D3BF1-E4CB-6460-9C3B-0A5DA2316F27}"/>
              </a:ext>
            </a:extLst>
          </p:cNvPr>
          <p:cNvPicPr>
            <a:picLocks noChangeAspect="1"/>
          </p:cNvPicPr>
          <p:nvPr/>
        </p:nvPicPr>
        <p:blipFill>
          <a:blip r:embed="rId3"/>
          <a:stretch>
            <a:fillRect/>
          </a:stretch>
        </p:blipFill>
        <p:spPr>
          <a:xfrm>
            <a:off x="1097984" y="2408445"/>
            <a:ext cx="4103203" cy="4103203"/>
          </a:xfrm>
          <a:prstGeom prst="ellipse">
            <a:avLst/>
          </a:prstGeom>
          <a:ln>
            <a:noFill/>
          </a:ln>
          <a:effectLst>
            <a:softEdge rad="112500"/>
          </a:effectLst>
        </p:spPr>
      </p:pic>
    </p:spTree>
    <p:extLst>
      <p:ext uri="{BB962C8B-B14F-4D97-AF65-F5344CB8AC3E}">
        <p14:creationId xmlns:p14="http://schemas.microsoft.com/office/powerpoint/2010/main" val="6541119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3"/>
          <p:cNvSpPr>
            <a:spLocks noGrp="1" noChangeArrowheads="1"/>
          </p:cNvSpPr>
          <p:nvPr>
            <p:ph type="title"/>
          </p:nvPr>
        </p:nvSpPr>
        <p:spPr>
          <a:xfrm>
            <a:off x="1035050" y="44279"/>
            <a:ext cx="7793037" cy="1143000"/>
          </a:xfrm>
        </p:spPr>
        <p:txBody>
          <a:bodyPr/>
          <a:lstStyle/>
          <a:p>
            <a:pPr algn="ctr" eaLnBrk="1" hangingPunct="1"/>
            <a:r>
              <a:rPr lang="es-AR" altLang="es-AR" sz="3000" b="1" dirty="0">
                <a:solidFill>
                  <a:schemeClr val="tx1"/>
                </a:solidFill>
              </a:rPr>
              <a:t>Los sistemas de datos en las organizaciones</a:t>
            </a:r>
          </a:p>
        </p:txBody>
      </p:sp>
      <p:sp>
        <p:nvSpPr>
          <p:cNvPr id="9221" name="Oval 90"/>
          <p:cNvSpPr>
            <a:spLocks noChangeArrowheads="1"/>
          </p:cNvSpPr>
          <p:nvPr/>
        </p:nvSpPr>
        <p:spPr bwMode="auto">
          <a:xfrm>
            <a:off x="1763713" y="5661025"/>
            <a:ext cx="914400" cy="914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endParaRPr lang="es-AR" altLang="es-AR" sz="1400">
              <a:solidFill>
                <a:schemeClr val="folHlink"/>
              </a:solidFill>
            </a:endParaRPr>
          </a:p>
        </p:txBody>
      </p:sp>
      <p:sp>
        <p:nvSpPr>
          <p:cNvPr id="79971" name="Line 99"/>
          <p:cNvSpPr>
            <a:spLocks noChangeShapeType="1"/>
          </p:cNvSpPr>
          <p:nvPr/>
        </p:nvSpPr>
        <p:spPr bwMode="auto">
          <a:xfrm>
            <a:off x="3793372" y="3805087"/>
            <a:ext cx="1522265" cy="199977"/>
          </a:xfrm>
          <a:prstGeom prst="line">
            <a:avLst/>
          </a:prstGeom>
          <a:noFill/>
          <a:ln w="38100">
            <a:solidFill>
              <a:srgbClr val="4D6800"/>
            </a:solidFill>
            <a:round/>
            <a:headEnd type="triangle" w="med" len="med"/>
            <a:tailEnd type="triangle" w="med" len="med"/>
          </a:ln>
          <a:extLst>
            <a:ext uri="{909E8E84-426E-40DD-AFC4-6F175D3DCCD1}">
              <a14:hiddenFill xmlns:a14="http://schemas.microsoft.com/office/drawing/2010/main">
                <a:noFill/>
              </a14:hiddenFill>
            </a:ext>
          </a:extLst>
        </p:spPr>
        <p:txBody>
          <a:bodyPr wrap="square">
            <a:spAutoFit/>
          </a:bodyPr>
          <a:lstStyle/>
          <a:p>
            <a:endParaRPr lang="es-AR"/>
          </a:p>
        </p:txBody>
      </p:sp>
      <p:sp>
        <p:nvSpPr>
          <p:cNvPr id="79972" name="Line 100"/>
          <p:cNvSpPr>
            <a:spLocks noChangeShapeType="1"/>
          </p:cNvSpPr>
          <p:nvPr/>
        </p:nvSpPr>
        <p:spPr bwMode="auto">
          <a:xfrm flipH="1">
            <a:off x="3563937" y="4652963"/>
            <a:ext cx="720725" cy="665013"/>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square">
            <a:spAutoFit/>
          </a:bodyPr>
          <a:lstStyle/>
          <a:p>
            <a:endParaRPr lang="es-AR"/>
          </a:p>
        </p:txBody>
      </p:sp>
      <p:sp>
        <p:nvSpPr>
          <p:cNvPr id="79973" name="Line 101"/>
          <p:cNvSpPr>
            <a:spLocks noChangeShapeType="1"/>
          </p:cNvSpPr>
          <p:nvPr/>
        </p:nvSpPr>
        <p:spPr bwMode="auto">
          <a:xfrm flipH="1" flipV="1">
            <a:off x="3924298" y="5580342"/>
            <a:ext cx="1368425" cy="296581"/>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square">
            <a:spAutoFit/>
          </a:bodyPr>
          <a:lstStyle/>
          <a:p>
            <a:endParaRPr lang="es-AR"/>
          </a:p>
        </p:txBody>
      </p:sp>
      <p:sp>
        <p:nvSpPr>
          <p:cNvPr id="9246" name="Text Box 102"/>
          <p:cNvSpPr txBox="1">
            <a:spLocks noChangeArrowheads="1"/>
          </p:cNvSpPr>
          <p:nvPr/>
        </p:nvSpPr>
        <p:spPr bwMode="auto">
          <a:xfrm>
            <a:off x="2054226" y="5317976"/>
            <a:ext cx="1725612" cy="262368"/>
          </a:xfrm>
          <a:prstGeom prst="rect">
            <a:avLst/>
          </a:prstGeom>
          <a:solidFill>
            <a:srgbClr val="5B82FF"/>
          </a:solidFill>
          <a:ln w="9525" algn="ctr">
            <a:solidFill>
              <a:schemeClr val="tx1"/>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r>
              <a:rPr lang="en-US" altLang="es-AR" sz="1400" b="1"/>
              <a:t>Sistema de datos</a:t>
            </a:r>
          </a:p>
        </p:txBody>
      </p:sp>
      <p:sp>
        <p:nvSpPr>
          <p:cNvPr id="9226" name="Oval 91"/>
          <p:cNvSpPr>
            <a:spLocks noChangeArrowheads="1"/>
          </p:cNvSpPr>
          <p:nvPr/>
        </p:nvSpPr>
        <p:spPr bwMode="auto">
          <a:xfrm>
            <a:off x="5230813" y="3717032"/>
            <a:ext cx="1782762" cy="1304925"/>
          </a:xfrm>
          <a:prstGeom prst="ellipse">
            <a:avLst/>
          </a:prstGeom>
          <a:solidFill>
            <a:schemeClr val="accent2"/>
          </a:solidFill>
          <a:ln w="9525" algn="ctr">
            <a:solidFill>
              <a:schemeClr val="tx1"/>
            </a:solidFill>
            <a:round/>
            <a:headEnd/>
            <a:tailEnd/>
          </a:ln>
        </p:spPr>
        <p:txBody>
          <a:bodyPr wrap="none" anchor="ctr">
            <a:spAutoFit/>
          </a:bodyPr>
          <a:lstStyle>
            <a:lvl1pPr>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algn="ctr" eaLnBrk="1" hangingPunct="1">
              <a:spcBef>
                <a:spcPct val="0"/>
              </a:spcBef>
              <a:buClrTx/>
              <a:buSzTx/>
              <a:buFontTx/>
              <a:buNone/>
            </a:pPr>
            <a:r>
              <a:rPr lang="en-US" altLang="es-AR" sz="1400" b="1"/>
              <a:t>Sistema</a:t>
            </a:r>
          </a:p>
          <a:p>
            <a:pPr algn="ctr" eaLnBrk="1" hangingPunct="1">
              <a:spcBef>
                <a:spcPct val="0"/>
              </a:spcBef>
              <a:buClrTx/>
              <a:buSzTx/>
              <a:buFontTx/>
              <a:buNone/>
            </a:pPr>
            <a:r>
              <a:rPr lang="en-US" altLang="es-AR" sz="1400" b="1"/>
              <a:t>de</a:t>
            </a:r>
          </a:p>
          <a:p>
            <a:pPr algn="ctr" eaLnBrk="1" hangingPunct="1">
              <a:spcBef>
                <a:spcPct val="0"/>
              </a:spcBef>
              <a:buClrTx/>
              <a:buSzTx/>
              <a:buFontTx/>
              <a:buNone/>
            </a:pPr>
            <a:r>
              <a:rPr lang="en-US" altLang="es-AR" sz="1400" b="1"/>
              <a:t> información</a:t>
            </a:r>
          </a:p>
          <a:p>
            <a:pPr algn="ctr" eaLnBrk="1" hangingPunct="1">
              <a:spcBef>
                <a:spcPct val="0"/>
              </a:spcBef>
              <a:buClrTx/>
              <a:buSzTx/>
              <a:buFontTx/>
              <a:buNone/>
            </a:pPr>
            <a:endParaRPr lang="en-US" altLang="es-AR" sz="1400" b="1"/>
          </a:p>
        </p:txBody>
      </p:sp>
      <p:grpSp>
        <p:nvGrpSpPr>
          <p:cNvPr id="11" name="62 Grupo"/>
          <p:cNvGrpSpPr>
            <a:grpSpLocks/>
          </p:cNvGrpSpPr>
          <p:nvPr/>
        </p:nvGrpSpPr>
        <p:grpSpPr bwMode="auto">
          <a:xfrm>
            <a:off x="4067175" y="4292600"/>
            <a:ext cx="1152525" cy="304800"/>
            <a:chOff x="4067175" y="4292600"/>
            <a:chExt cx="1152526" cy="304800"/>
          </a:xfrm>
        </p:grpSpPr>
        <p:sp>
          <p:nvSpPr>
            <p:cNvPr id="9244" name="Line 92"/>
            <p:cNvSpPr>
              <a:spLocks noChangeShapeType="1"/>
            </p:cNvSpPr>
            <p:nvPr/>
          </p:nvSpPr>
          <p:spPr bwMode="auto">
            <a:xfrm>
              <a:off x="4643438" y="4508500"/>
              <a:ext cx="57626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es-AR"/>
            </a:p>
          </p:txBody>
        </p:sp>
        <p:sp>
          <p:nvSpPr>
            <p:cNvPr id="9245" name="Text Box 96"/>
            <p:cNvSpPr txBox="1">
              <a:spLocks noChangeArrowheads="1"/>
            </p:cNvSpPr>
            <p:nvPr/>
          </p:nvSpPr>
          <p:spPr bwMode="auto">
            <a:xfrm>
              <a:off x="4067175" y="4292600"/>
              <a:ext cx="6334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r>
                <a:rPr lang="en-US" altLang="es-AR" sz="1400">
                  <a:solidFill>
                    <a:schemeClr val="folHlink"/>
                  </a:solidFill>
                </a:rPr>
                <a:t>Datos</a:t>
              </a:r>
            </a:p>
          </p:txBody>
        </p:sp>
      </p:grpSp>
      <p:grpSp>
        <p:nvGrpSpPr>
          <p:cNvPr id="12" name="63 Grupo"/>
          <p:cNvGrpSpPr>
            <a:grpSpLocks/>
          </p:cNvGrpSpPr>
          <p:nvPr/>
        </p:nvGrpSpPr>
        <p:grpSpPr bwMode="auto">
          <a:xfrm>
            <a:off x="7029450" y="4292600"/>
            <a:ext cx="1719263" cy="304800"/>
            <a:chOff x="7029450" y="4292600"/>
            <a:chExt cx="1719263" cy="304800"/>
          </a:xfrm>
        </p:grpSpPr>
        <p:sp>
          <p:nvSpPr>
            <p:cNvPr id="9242" name="Line 93"/>
            <p:cNvSpPr>
              <a:spLocks noChangeShapeType="1"/>
            </p:cNvSpPr>
            <p:nvPr/>
          </p:nvSpPr>
          <p:spPr bwMode="auto">
            <a:xfrm>
              <a:off x="7029450" y="4508500"/>
              <a:ext cx="57626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es-AR"/>
            </a:p>
          </p:txBody>
        </p:sp>
        <p:sp>
          <p:nvSpPr>
            <p:cNvPr id="9243" name="Text Box 97"/>
            <p:cNvSpPr txBox="1">
              <a:spLocks noChangeArrowheads="1"/>
            </p:cNvSpPr>
            <p:nvPr/>
          </p:nvSpPr>
          <p:spPr bwMode="auto">
            <a:xfrm>
              <a:off x="7620000" y="4292600"/>
              <a:ext cx="11287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r>
                <a:rPr lang="en-US" altLang="es-AR" sz="1400">
                  <a:solidFill>
                    <a:schemeClr val="folHlink"/>
                  </a:solidFill>
                </a:rPr>
                <a:t>Información</a:t>
              </a:r>
            </a:p>
          </p:txBody>
        </p:sp>
      </p:grpSp>
      <p:grpSp>
        <p:nvGrpSpPr>
          <p:cNvPr id="13" name="64 Grupo"/>
          <p:cNvGrpSpPr>
            <a:grpSpLocks/>
          </p:cNvGrpSpPr>
          <p:nvPr/>
        </p:nvGrpSpPr>
        <p:grpSpPr bwMode="auto">
          <a:xfrm>
            <a:off x="5445125" y="5013176"/>
            <a:ext cx="1431925" cy="1087437"/>
            <a:chOff x="5445125" y="5211763"/>
            <a:chExt cx="1431926" cy="1087438"/>
          </a:xfrm>
        </p:grpSpPr>
        <p:sp>
          <p:nvSpPr>
            <p:cNvPr id="9239" name="Text Box 98"/>
            <p:cNvSpPr txBox="1">
              <a:spLocks noChangeArrowheads="1"/>
            </p:cNvSpPr>
            <p:nvPr/>
          </p:nvSpPr>
          <p:spPr bwMode="auto">
            <a:xfrm>
              <a:off x="6243638" y="5211763"/>
              <a:ext cx="6334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r>
                <a:rPr lang="en-US" altLang="es-AR" sz="1400">
                  <a:solidFill>
                    <a:schemeClr val="folHlink"/>
                  </a:solidFill>
                </a:rPr>
                <a:t>Datos</a:t>
              </a:r>
            </a:p>
          </p:txBody>
        </p:sp>
        <p:sp>
          <p:nvSpPr>
            <p:cNvPr id="9240" name="AutoShape 95"/>
            <p:cNvSpPr>
              <a:spLocks noChangeArrowheads="1"/>
            </p:cNvSpPr>
            <p:nvPr/>
          </p:nvSpPr>
          <p:spPr bwMode="auto">
            <a:xfrm>
              <a:off x="5445125" y="5516563"/>
              <a:ext cx="1214438" cy="782638"/>
            </a:xfrm>
            <a:prstGeom prst="can">
              <a:avLst>
                <a:gd name="adj" fmla="val 25000"/>
              </a:avLst>
            </a:prstGeom>
            <a:solidFill>
              <a:srgbClr val="5B82FF"/>
            </a:solidFill>
            <a:ln w="9525">
              <a:solidFill>
                <a:schemeClr val="tx1"/>
              </a:solidFill>
              <a:round/>
              <a:headEnd/>
              <a:tailEnd/>
            </a:ln>
          </p:spPr>
          <p:txBody>
            <a:bodyPr wrap="none" anchor="ctr">
              <a:spAutoFit/>
            </a:bodyPr>
            <a:lstStyle>
              <a:lvl1pPr>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algn="ctr" eaLnBrk="1" hangingPunct="1">
                <a:spcBef>
                  <a:spcPct val="0"/>
                </a:spcBef>
                <a:buClrTx/>
                <a:buSzTx/>
                <a:buFontTx/>
                <a:buNone/>
              </a:pPr>
              <a:r>
                <a:rPr lang="en-US" altLang="es-AR" sz="1400">
                  <a:solidFill>
                    <a:schemeClr val="folHlink"/>
                  </a:solidFill>
                </a:rPr>
                <a:t>Datos</a:t>
              </a:r>
            </a:p>
            <a:p>
              <a:pPr algn="ctr" eaLnBrk="1" hangingPunct="1">
                <a:spcBef>
                  <a:spcPct val="0"/>
                </a:spcBef>
                <a:buClrTx/>
                <a:buSzTx/>
                <a:buFontTx/>
                <a:buNone/>
              </a:pPr>
              <a:r>
                <a:rPr lang="en-US" altLang="es-AR" sz="1400">
                  <a:solidFill>
                    <a:schemeClr val="folHlink"/>
                  </a:solidFill>
                </a:rPr>
                <a:t>almacenados</a:t>
              </a:r>
            </a:p>
          </p:txBody>
        </p:sp>
        <p:sp>
          <p:nvSpPr>
            <p:cNvPr id="9241" name="Line 94"/>
            <p:cNvSpPr>
              <a:spLocks noChangeShapeType="1"/>
            </p:cNvSpPr>
            <p:nvPr/>
          </p:nvSpPr>
          <p:spPr bwMode="auto">
            <a:xfrm>
              <a:off x="6084888" y="5229225"/>
              <a:ext cx="0" cy="4318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spAutoFit/>
            </a:bodyPr>
            <a:lstStyle/>
            <a:p>
              <a:endParaRPr lang="es-AR"/>
            </a:p>
          </p:txBody>
        </p:sp>
      </p:grpSp>
      <p:sp>
        <p:nvSpPr>
          <p:cNvPr id="5132" name="Oval 50"/>
          <p:cNvSpPr>
            <a:spLocks noChangeArrowheads="1"/>
          </p:cNvSpPr>
          <p:nvPr/>
        </p:nvSpPr>
        <p:spPr bwMode="auto">
          <a:xfrm>
            <a:off x="2123728" y="6237312"/>
            <a:ext cx="4032250" cy="519112"/>
          </a:xfrm>
          <a:prstGeom prst="ellipse">
            <a:avLst/>
          </a:prstGeom>
          <a:solidFill>
            <a:srgbClr val="C00000"/>
          </a:solidFill>
          <a:ln>
            <a:noFill/>
          </a:ln>
        </p:spPr>
        <p:txBody>
          <a:bodyPr anchor="ctr">
            <a:spAutoFit/>
          </a:bodyPr>
          <a:lstStyle>
            <a:lvl1pPr>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algn="ctr" eaLnBrk="1" hangingPunct="1">
              <a:spcBef>
                <a:spcPct val="0"/>
              </a:spcBef>
              <a:buClrTx/>
              <a:buSzTx/>
              <a:buFontTx/>
              <a:buNone/>
            </a:pPr>
            <a:r>
              <a:rPr lang="es-AR" altLang="es-AR" sz="1800" b="1">
                <a:solidFill>
                  <a:schemeClr val="bg1"/>
                </a:solidFill>
              </a:rPr>
              <a:t>Problema datalógico</a:t>
            </a:r>
            <a:endParaRPr lang="es-ES" altLang="es-AR" sz="1800" b="1">
              <a:solidFill>
                <a:schemeClr val="bg1"/>
              </a:solidFill>
            </a:endParaRPr>
          </a:p>
        </p:txBody>
      </p:sp>
      <p:grpSp>
        <p:nvGrpSpPr>
          <p:cNvPr id="14" name="29 Grupo"/>
          <p:cNvGrpSpPr>
            <a:grpSpLocks/>
          </p:cNvGrpSpPr>
          <p:nvPr/>
        </p:nvGrpSpPr>
        <p:grpSpPr bwMode="auto">
          <a:xfrm>
            <a:off x="4910444" y="1510595"/>
            <a:ext cx="3491907" cy="1012204"/>
            <a:chOff x="445101" y="5481119"/>
            <a:chExt cx="3709725" cy="1117716"/>
          </a:xfrm>
        </p:grpSpPr>
        <p:sp>
          <p:nvSpPr>
            <p:cNvPr id="9237" name="27 Rectángulo"/>
            <p:cNvSpPr>
              <a:spLocks noChangeArrowheads="1"/>
            </p:cNvSpPr>
            <p:nvPr/>
          </p:nvSpPr>
          <p:spPr bwMode="auto">
            <a:xfrm>
              <a:off x="1274506" y="5481119"/>
              <a:ext cx="2880320" cy="105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r>
                <a:rPr lang="es-AR" altLang="es-AR" sz="1400" b="1">
                  <a:solidFill>
                    <a:schemeClr val="folHlink"/>
                  </a:solidFill>
                </a:rPr>
                <a:t>Definición de necesidades de datos e información </a:t>
              </a:r>
              <a:r>
                <a:rPr lang="es-AR" altLang="es-AR" sz="1400">
                  <a:solidFill>
                    <a:schemeClr val="folHlink"/>
                  </a:solidFill>
                </a:rPr>
                <a:t>(necesidades actuales y potenciales de los usuarios).</a:t>
              </a:r>
            </a:p>
          </p:txBody>
        </p:sp>
        <p:pic>
          <p:nvPicPr>
            <p:cNvPr id="9238" name="Picture 8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5101" y="5509363"/>
              <a:ext cx="816052" cy="1089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pSp>
      <p:grpSp>
        <p:nvGrpSpPr>
          <p:cNvPr id="15" name="34 Grupo"/>
          <p:cNvGrpSpPr>
            <a:grpSpLocks/>
          </p:cNvGrpSpPr>
          <p:nvPr/>
        </p:nvGrpSpPr>
        <p:grpSpPr bwMode="auto">
          <a:xfrm>
            <a:off x="6156176" y="5013177"/>
            <a:ext cx="3096345" cy="1818657"/>
            <a:chOff x="3318443" y="4495822"/>
            <a:chExt cx="3096344" cy="1818969"/>
          </a:xfrm>
        </p:grpSpPr>
        <p:sp>
          <p:nvSpPr>
            <p:cNvPr id="9235" name="31 Rectángulo"/>
            <p:cNvSpPr>
              <a:spLocks noChangeArrowheads="1"/>
            </p:cNvSpPr>
            <p:nvPr/>
          </p:nvSpPr>
          <p:spPr bwMode="auto">
            <a:xfrm>
              <a:off x="3318443" y="5576127"/>
              <a:ext cx="3096344"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r>
                <a:rPr lang="es-AR" altLang="es-AR" sz="1400" b="1">
                  <a:solidFill>
                    <a:schemeClr val="folHlink"/>
                  </a:solidFill>
                </a:rPr>
                <a:t>Hacer un uso eficiente de la </a:t>
              </a:r>
              <a:r>
                <a:rPr lang="es-AR" altLang="es-AR" sz="1400" b="1">
                  <a:solidFill>
                    <a:srgbClr val="990000"/>
                  </a:solidFill>
                </a:rPr>
                <a:t>tecnología</a:t>
              </a:r>
              <a:r>
                <a:rPr lang="es-AR" altLang="es-AR" sz="1400" b="1">
                  <a:solidFill>
                    <a:schemeClr val="folHlink"/>
                  </a:solidFill>
                </a:rPr>
                <a:t> disponible para representar  esta información.</a:t>
              </a:r>
              <a:endParaRPr lang="es-AR" altLang="es-AR" sz="1400">
                <a:solidFill>
                  <a:schemeClr val="folHlink"/>
                </a:solidFill>
              </a:endParaRPr>
            </a:p>
          </p:txBody>
        </p:sp>
        <p:pic>
          <p:nvPicPr>
            <p:cNvPr id="9236" name="Picture 8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92282" y="4495822"/>
              <a:ext cx="1462465" cy="1035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pSp>
      <p:sp>
        <p:nvSpPr>
          <p:cNvPr id="3" name="Oval 50"/>
          <p:cNvSpPr>
            <a:spLocks noChangeArrowheads="1"/>
          </p:cNvSpPr>
          <p:nvPr/>
        </p:nvSpPr>
        <p:spPr bwMode="auto">
          <a:xfrm>
            <a:off x="395288" y="1484313"/>
            <a:ext cx="4321175" cy="519112"/>
          </a:xfrm>
          <a:prstGeom prst="ellipse">
            <a:avLst/>
          </a:prstGeom>
          <a:solidFill>
            <a:schemeClr val="tx2"/>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spAutoFit/>
          </a:bodyPr>
          <a:lstStyle>
            <a:lvl1pPr>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algn="ctr" eaLnBrk="1" hangingPunct="1">
              <a:spcBef>
                <a:spcPct val="0"/>
              </a:spcBef>
              <a:buClrTx/>
              <a:buSzTx/>
              <a:buFontTx/>
              <a:buNone/>
            </a:pPr>
            <a:r>
              <a:rPr lang="es-AR" altLang="es-AR" sz="1800" b="1">
                <a:solidFill>
                  <a:schemeClr val="bg1"/>
                </a:solidFill>
              </a:rPr>
              <a:t>Problema infológico</a:t>
            </a:r>
            <a:endParaRPr lang="es-ES" altLang="es-AR" sz="1800" b="1">
              <a:solidFill>
                <a:schemeClr val="bg1"/>
              </a:solidFill>
            </a:endParaRPr>
          </a:p>
        </p:txBody>
      </p:sp>
      <p:grpSp>
        <p:nvGrpSpPr>
          <p:cNvPr id="64" name="Grupo 63">
            <a:extLst>
              <a:ext uri="{FF2B5EF4-FFF2-40B4-BE49-F238E27FC236}">
                <a16:creationId xmlns:a16="http://schemas.microsoft.com/office/drawing/2014/main" id="{93DE8078-63F7-4EA4-8C0D-FB46C8E2AE42}"/>
              </a:ext>
            </a:extLst>
          </p:cNvPr>
          <p:cNvGrpSpPr/>
          <p:nvPr/>
        </p:nvGrpSpPr>
        <p:grpSpPr>
          <a:xfrm>
            <a:off x="106421" y="1863645"/>
            <a:ext cx="5234609" cy="2624206"/>
            <a:chOff x="1399499" y="2645707"/>
            <a:chExt cx="5234609" cy="2624206"/>
          </a:xfrm>
        </p:grpSpPr>
        <p:sp>
          <p:nvSpPr>
            <p:cNvPr id="65" name="Text Box 82">
              <a:extLst>
                <a:ext uri="{FF2B5EF4-FFF2-40B4-BE49-F238E27FC236}">
                  <a16:creationId xmlns:a16="http://schemas.microsoft.com/office/drawing/2014/main" id="{91C7C1CD-4671-44C3-B1AD-07456AE0C34E}"/>
                </a:ext>
              </a:extLst>
            </p:cNvPr>
            <p:cNvSpPr txBox="1">
              <a:spLocks noChangeArrowheads="1"/>
            </p:cNvSpPr>
            <p:nvPr/>
          </p:nvSpPr>
          <p:spPr bwMode="auto">
            <a:xfrm>
              <a:off x="1425623" y="2814037"/>
              <a:ext cx="1732899" cy="33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r>
                <a:rPr lang="es-AR" altLang="es-AR" sz="1600" b="1">
                  <a:solidFill>
                    <a:srgbClr val="4D6800"/>
                  </a:solidFill>
                </a:rPr>
                <a:t>Sistema objeto</a:t>
              </a:r>
            </a:p>
          </p:txBody>
        </p:sp>
        <p:grpSp>
          <p:nvGrpSpPr>
            <p:cNvPr id="66" name="32 Grupo">
              <a:extLst>
                <a:ext uri="{FF2B5EF4-FFF2-40B4-BE49-F238E27FC236}">
                  <a16:creationId xmlns:a16="http://schemas.microsoft.com/office/drawing/2014/main" id="{A98181E9-BE3F-4AC0-BD63-CFB5BCB46C8A}"/>
                </a:ext>
              </a:extLst>
            </p:cNvPr>
            <p:cNvGrpSpPr>
              <a:grpSpLocks/>
            </p:cNvGrpSpPr>
            <p:nvPr/>
          </p:nvGrpSpPr>
          <p:grpSpPr bwMode="auto">
            <a:xfrm>
              <a:off x="1907705" y="3309738"/>
              <a:ext cx="1032033" cy="859027"/>
              <a:chOff x="410148" y="2124598"/>
              <a:chExt cx="1032192" cy="859196"/>
            </a:xfrm>
          </p:grpSpPr>
          <p:pic>
            <p:nvPicPr>
              <p:cNvPr id="78" name="Picture 31">
                <a:extLst>
                  <a:ext uri="{FF2B5EF4-FFF2-40B4-BE49-F238E27FC236}">
                    <a16:creationId xmlns:a16="http://schemas.microsoft.com/office/drawing/2014/main" id="{23694B4E-E9A9-4067-BB76-E47C34D4BA4D}"/>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19183" y="2124598"/>
                <a:ext cx="723157" cy="557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79" name="31 Rectángulo">
                <a:extLst>
                  <a:ext uri="{FF2B5EF4-FFF2-40B4-BE49-F238E27FC236}">
                    <a16:creationId xmlns:a16="http://schemas.microsoft.com/office/drawing/2014/main" id="{00862111-23C2-45DF-9036-46C13C4A4537}"/>
                  </a:ext>
                </a:extLst>
              </p:cNvPr>
              <p:cNvSpPr>
                <a:spLocks noChangeArrowheads="1"/>
              </p:cNvSpPr>
              <p:nvPr/>
            </p:nvSpPr>
            <p:spPr bwMode="auto">
              <a:xfrm>
                <a:off x="410148" y="2676017"/>
                <a:ext cx="100860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r>
                  <a:rPr lang="es-ES" altLang="es-AR" sz="1400" b="1">
                    <a:solidFill>
                      <a:schemeClr val="tx2"/>
                    </a:solidFill>
                  </a:rPr>
                  <a:t>Personas</a:t>
                </a:r>
                <a:endParaRPr lang="es-AR" altLang="es-AR" sz="1400">
                  <a:solidFill>
                    <a:schemeClr val="tx2"/>
                  </a:solidFill>
                </a:endParaRPr>
              </a:p>
            </p:txBody>
          </p:sp>
        </p:grpSp>
        <p:grpSp>
          <p:nvGrpSpPr>
            <p:cNvPr id="67" name="36 Grupo">
              <a:extLst>
                <a:ext uri="{FF2B5EF4-FFF2-40B4-BE49-F238E27FC236}">
                  <a16:creationId xmlns:a16="http://schemas.microsoft.com/office/drawing/2014/main" id="{F28DC9C3-EF4B-41D2-8722-7C00666FC235}"/>
                </a:ext>
              </a:extLst>
            </p:cNvPr>
            <p:cNvGrpSpPr>
              <a:grpSpLocks/>
            </p:cNvGrpSpPr>
            <p:nvPr/>
          </p:nvGrpSpPr>
          <p:grpSpPr bwMode="auto">
            <a:xfrm>
              <a:off x="2608343" y="4101826"/>
              <a:ext cx="1588652" cy="955788"/>
              <a:chOff x="1835696" y="2720563"/>
              <a:chExt cx="1588897" cy="955976"/>
            </a:xfrm>
          </p:grpSpPr>
          <p:pic>
            <p:nvPicPr>
              <p:cNvPr id="76" name="Picture 32">
                <a:extLst>
                  <a:ext uri="{FF2B5EF4-FFF2-40B4-BE49-F238E27FC236}">
                    <a16:creationId xmlns:a16="http://schemas.microsoft.com/office/drawing/2014/main" id="{FF078723-F940-4F3A-B21D-638B5A8B22A7}"/>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948118" y="2720563"/>
                <a:ext cx="1053118" cy="648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77" name="34 Rectángulo">
                <a:extLst>
                  <a:ext uri="{FF2B5EF4-FFF2-40B4-BE49-F238E27FC236}">
                    <a16:creationId xmlns:a16="http://schemas.microsoft.com/office/drawing/2014/main" id="{34897062-DAE8-4412-B25A-1498CA100448}"/>
                  </a:ext>
                </a:extLst>
              </p:cNvPr>
              <p:cNvSpPr>
                <a:spLocks noChangeArrowheads="1"/>
              </p:cNvSpPr>
              <p:nvPr/>
            </p:nvSpPr>
            <p:spPr bwMode="auto">
              <a:xfrm>
                <a:off x="1835696" y="3368762"/>
                <a:ext cx="158889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r>
                  <a:rPr lang="es-ES" altLang="es-AR" sz="1400" b="1"/>
                  <a:t>Procedimientos</a:t>
                </a:r>
              </a:p>
            </p:txBody>
          </p:sp>
        </p:grpSp>
        <p:grpSp>
          <p:nvGrpSpPr>
            <p:cNvPr id="68" name="41 Grupo">
              <a:extLst>
                <a:ext uri="{FF2B5EF4-FFF2-40B4-BE49-F238E27FC236}">
                  <a16:creationId xmlns:a16="http://schemas.microsoft.com/office/drawing/2014/main" id="{7B1D2BE0-CB62-42BB-B37F-E036D959F222}"/>
                </a:ext>
              </a:extLst>
            </p:cNvPr>
            <p:cNvGrpSpPr>
              <a:grpSpLocks/>
            </p:cNvGrpSpPr>
            <p:nvPr/>
          </p:nvGrpSpPr>
          <p:grpSpPr bwMode="auto">
            <a:xfrm>
              <a:off x="4844967" y="3165722"/>
              <a:ext cx="1314581" cy="1035939"/>
              <a:chOff x="3347864" y="2412602"/>
              <a:chExt cx="1314784" cy="1036143"/>
            </a:xfrm>
          </p:grpSpPr>
          <p:pic>
            <p:nvPicPr>
              <p:cNvPr id="74" name="Picture 35">
                <a:extLst>
                  <a:ext uri="{FF2B5EF4-FFF2-40B4-BE49-F238E27FC236}">
                    <a16:creationId xmlns:a16="http://schemas.microsoft.com/office/drawing/2014/main" id="{C8F59319-7F50-4AD6-B3F0-131F58BEED46}"/>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708415" y="2412602"/>
                <a:ext cx="625697" cy="737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75" name="40 Rectángulo">
                <a:extLst>
                  <a:ext uri="{FF2B5EF4-FFF2-40B4-BE49-F238E27FC236}">
                    <a16:creationId xmlns:a16="http://schemas.microsoft.com/office/drawing/2014/main" id="{BF251626-A3A6-4A3A-8263-3D4FD1578A57}"/>
                  </a:ext>
                </a:extLst>
              </p:cNvPr>
              <p:cNvSpPr>
                <a:spLocks noChangeArrowheads="1"/>
              </p:cNvSpPr>
              <p:nvPr/>
            </p:nvSpPr>
            <p:spPr bwMode="auto">
              <a:xfrm>
                <a:off x="3347864" y="3140968"/>
                <a:ext cx="131478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r>
                  <a:rPr lang="es-ES" altLang="es-AR" sz="1400" b="1"/>
                  <a:t>Documentos</a:t>
                </a:r>
                <a:endParaRPr lang="es-AR" altLang="es-AR" sz="1400">
                  <a:solidFill>
                    <a:schemeClr val="folHlink"/>
                  </a:solidFill>
                </a:endParaRPr>
              </a:p>
            </p:txBody>
          </p:sp>
        </p:grpSp>
        <p:sp>
          <p:nvSpPr>
            <p:cNvPr id="69" name="44 Rectángulo">
              <a:extLst>
                <a:ext uri="{FF2B5EF4-FFF2-40B4-BE49-F238E27FC236}">
                  <a16:creationId xmlns:a16="http://schemas.microsoft.com/office/drawing/2014/main" id="{81D165E1-E2EB-4635-A4F0-74BDA081245B}"/>
                </a:ext>
              </a:extLst>
            </p:cNvPr>
            <p:cNvSpPr>
              <a:spLocks noChangeArrowheads="1"/>
            </p:cNvSpPr>
            <p:nvPr/>
          </p:nvSpPr>
          <p:spPr bwMode="auto">
            <a:xfrm>
              <a:off x="3884108" y="3938065"/>
              <a:ext cx="7088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r>
                <a:rPr lang="es-ES" altLang="es-AR" sz="1400" b="1">
                  <a:solidFill>
                    <a:schemeClr val="tx2"/>
                  </a:solidFill>
                </a:rPr>
                <a:t>Cosas</a:t>
              </a:r>
              <a:endParaRPr lang="es-AR" altLang="es-AR" sz="1400">
                <a:solidFill>
                  <a:schemeClr val="tx2"/>
                </a:solidFill>
              </a:endParaRPr>
            </a:p>
          </p:txBody>
        </p:sp>
        <p:pic>
          <p:nvPicPr>
            <p:cNvPr id="70" name="Picture 2" descr="C:\Users\UBA\AppData\Local\Microsoft\Windows\Temporary Internet Files\Content.IE5\IWSGRANU\1230230504xf92Xl[1].jpg">
              <a:extLst>
                <a:ext uri="{FF2B5EF4-FFF2-40B4-BE49-F238E27FC236}">
                  <a16:creationId xmlns:a16="http://schemas.microsoft.com/office/drawing/2014/main" id="{9B616089-3A8B-49EB-9E10-E7014F4F77FF}"/>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368645" y="2784641"/>
              <a:ext cx="1296319" cy="1173169"/>
            </a:xfrm>
            <a:prstGeom prst="rect">
              <a:avLst/>
            </a:prstGeom>
            <a:noFill/>
            <a:extLst>
              <a:ext uri="{909E8E84-426E-40DD-AFC4-6F175D3DCCD1}">
                <a14:hiddenFill xmlns:a14="http://schemas.microsoft.com/office/drawing/2010/main">
                  <a:solidFill>
                    <a:srgbClr val="FFFFFF"/>
                  </a:solidFill>
                </a14:hiddenFill>
              </a:ext>
            </a:extLst>
          </p:spPr>
        </p:pic>
        <p:sp>
          <p:nvSpPr>
            <p:cNvPr id="71" name="3 Rectángulo redondeado">
              <a:extLst>
                <a:ext uri="{FF2B5EF4-FFF2-40B4-BE49-F238E27FC236}">
                  <a16:creationId xmlns:a16="http://schemas.microsoft.com/office/drawing/2014/main" id="{C78F9A74-03A5-498C-8E88-03B768270210}"/>
                </a:ext>
              </a:extLst>
            </p:cNvPr>
            <p:cNvSpPr/>
            <p:nvPr/>
          </p:nvSpPr>
          <p:spPr bwMode="auto">
            <a:xfrm>
              <a:off x="1399499" y="2645707"/>
              <a:ext cx="5234609" cy="2624206"/>
            </a:xfrm>
            <a:prstGeom prst="roundRect">
              <a:avLst/>
            </a:prstGeom>
            <a:solidFill>
              <a:srgbClr val="C0C0C0">
                <a:alpha val="3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s-AR" sz="1400" b="0" i="0" u="none" strike="noStrike" cap="none" normalizeH="0" baseline="0">
                <a:ln>
                  <a:noFill/>
                </a:ln>
                <a:solidFill>
                  <a:schemeClr val="folHlink"/>
                </a:solidFill>
                <a:effectLst/>
                <a:latin typeface="Tahoma" pitchFamily="34" charset="0"/>
              </a:endParaRPr>
            </a:p>
          </p:txBody>
        </p:sp>
        <p:pic>
          <p:nvPicPr>
            <p:cNvPr id="72" name="Imagen 71" descr="Calendario&#10;&#10;Descripción generada automáticamente">
              <a:extLst>
                <a:ext uri="{FF2B5EF4-FFF2-40B4-BE49-F238E27FC236}">
                  <a16:creationId xmlns:a16="http://schemas.microsoft.com/office/drawing/2014/main" id="{FA781FED-F3A1-435B-BAFA-9472F4384BD7}"/>
                </a:ext>
              </a:extLst>
            </p:cNvPr>
            <p:cNvPicPr>
              <a:picLocks noChangeAspect="1"/>
            </p:cNvPicPr>
            <p:nvPr/>
          </p:nvPicPr>
          <p:blipFill>
            <a:blip r:embed="rId10" cstate="print">
              <a:extLst>
                <a:ext uri="{28A0092B-C50C-407E-A947-70E740481C1C}">
                  <a14:useLocalDpi xmlns:a14="http://schemas.microsoft.com/office/drawing/2010/main" val="0"/>
                </a:ext>
                <a:ext uri="{837473B0-CC2E-450A-ABE3-18F120FF3D39}">
                  <a1611:picAttrSrcUrl xmlns:a1611="http://schemas.microsoft.com/office/drawing/2016/11/main" r:id="rId11"/>
                </a:ext>
              </a:extLst>
            </a:blip>
            <a:stretch>
              <a:fillRect/>
            </a:stretch>
          </p:blipFill>
          <p:spPr>
            <a:xfrm>
              <a:off x="5457052" y="2694172"/>
              <a:ext cx="993260" cy="661948"/>
            </a:xfrm>
            <a:prstGeom prst="rect">
              <a:avLst/>
            </a:prstGeom>
          </p:spPr>
        </p:pic>
        <p:sp>
          <p:nvSpPr>
            <p:cNvPr id="73" name="CuadroTexto 72">
              <a:extLst>
                <a:ext uri="{FF2B5EF4-FFF2-40B4-BE49-F238E27FC236}">
                  <a16:creationId xmlns:a16="http://schemas.microsoft.com/office/drawing/2014/main" id="{B30C43B7-97E6-412B-8415-AE6383A52AE3}"/>
                </a:ext>
              </a:extLst>
            </p:cNvPr>
            <p:cNvSpPr txBox="1"/>
            <p:nvPr/>
          </p:nvSpPr>
          <p:spPr>
            <a:xfrm>
              <a:off x="4611650" y="2937497"/>
              <a:ext cx="1205442" cy="307777"/>
            </a:xfrm>
            <a:prstGeom prst="rect">
              <a:avLst/>
            </a:prstGeom>
            <a:noFill/>
          </p:spPr>
          <p:txBody>
            <a:bodyPr wrap="square" rtlCol="0">
              <a:spAutoFit/>
            </a:bodyPr>
            <a:lstStyle/>
            <a:p>
              <a:r>
                <a:rPr lang="es-AR" b="1">
                  <a:solidFill>
                    <a:schemeClr val="tx2"/>
                  </a:solidFill>
                </a:rPr>
                <a:t>Hechos</a:t>
              </a:r>
            </a:p>
          </p:txBody>
        </p:sp>
      </p:grpSp>
      <p:sp>
        <p:nvSpPr>
          <p:cNvPr id="4" name="CuadroTexto 3">
            <a:extLst>
              <a:ext uri="{FF2B5EF4-FFF2-40B4-BE49-F238E27FC236}">
                <a16:creationId xmlns:a16="http://schemas.microsoft.com/office/drawing/2014/main" id="{033D737A-A405-B9B8-9C79-16886F5FD176}"/>
              </a:ext>
            </a:extLst>
          </p:cNvPr>
          <p:cNvSpPr txBox="1"/>
          <p:nvPr/>
        </p:nvSpPr>
        <p:spPr>
          <a:xfrm>
            <a:off x="324529" y="4766660"/>
            <a:ext cx="798617" cy="307777"/>
          </a:xfrm>
          <a:prstGeom prst="rect">
            <a:avLst/>
          </a:prstGeom>
          <a:noFill/>
        </p:spPr>
        <p:txBody>
          <a:bodyPr wrap="none" rtlCol="0">
            <a:spAutoFit/>
          </a:bodyPr>
          <a:lstStyle/>
          <a:p>
            <a:r>
              <a:rPr lang="es-MX" dirty="0"/>
              <a:t>Mundos</a:t>
            </a:r>
            <a:endParaRPr lang="es-AR" dirty="0"/>
          </a:p>
        </p:txBody>
      </p:sp>
      <p:pic>
        <p:nvPicPr>
          <p:cNvPr id="5" name="Imagen 4">
            <a:extLst>
              <a:ext uri="{FF2B5EF4-FFF2-40B4-BE49-F238E27FC236}">
                <a16:creationId xmlns:a16="http://schemas.microsoft.com/office/drawing/2014/main" id="{6CDC63B0-B042-DC14-8B62-6900B2834140}"/>
              </a:ext>
            </a:extLst>
          </p:cNvPr>
          <p:cNvPicPr>
            <a:picLocks noChangeAspect="1"/>
          </p:cNvPicPr>
          <p:nvPr/>
        </p:nvPicPr>
        <p:blipFill>
          <a:blip r:embed="rId12"/>
          <a:stretch>
            <a:fillRect/>
          </a:stretch>
        </p:blipFill>
        <p:spPr>
          <a:xfrm>
            <a:off x="73263" y="4995799"/>
            <a:ext cx="1258076" cy="1256578"/>
          </a:xfrm>
          <a:prstGeom prst="ellipse">
            <a:avLst/>
          </a:prstGeom>
          <a:ln>
            <a:noFill/>
          </a:ln>
          <a:effectLst>
            <a:softEdge rad="112500"/>
          </a:effectLst>
        </p:spPr>
      </p:pic>
      <p:sp>
        <p:nvSpPr>
          <p:cNvPr id="6" name="Flecha: a la derecha 5">
            <a:extLst>
              <a:ext uri="{FF2B5EF4-FFF2-40B4-BE49-F238E27FC236}">
                <a16:creationId xmlns:a16="http://schemas.microsoft.com/office/drawing/2014/main" id="{0340C42C-A3DA-4213-681B-2513F7C7E85F}"/>
              </a:ext>
            </a:extLst>
          </p:cNvPr>
          <p:cNvSpPr/>
          <p:nvPr/>
        </p:nvSpPr>
        <p:spPr bwMode="auto">
          <a:xfrm rot="18188125">
            <a:off x="418016" y="4225069"/>
            <a:ext cx="723863" cy="484632"/>
          </a:xfrm>
          <a:prstGeom prst="rightArrow">
            <a:avLst/>
          </a:prstGeom>
          <a:solidFill>
            <a:schemeClr val="bg1">
              <a:lumMod val="75000"/>
            </a:schemeClr>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s-AR" sz="1400" b="0" i="0" u="none" strike="noStrike" cap="none" normalizeH="0" baseline="0">
              <a:ln>
                <a:noFill/>
              </a:ln>
              <a:solidFill>
                <a:schemeClr val="folHlink"/>
              </a:solidFill>
              <a:effectLst/>
              <a:latin typeface="Tahoma" pitchFamily="34" charset="0"/>
            </a:endParaRPr>
          </a:p>
        </p:txBody>
      </p:sp>
    </p:spTree>
    <p:custDataLst>
      <p:tags r:id="rId1"/>
    </p:custDataLst>
    <p:extLst>
      <p:ext uri="{BB962C8B-B14F-4D97-AF65-F5344CB8AC3E}">
        <p14:creationId xmlns:p14="http://schemas.microsoft.com/office/powerpoint/2010/main" val="4306420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9226"/>
                                        </p:tgtEl>
                                        <p:attrNameLst>
                                          <p:attrName>style.visibility</p:attrName>
                                        </p:attrNameLst>
                                      </p:cBhvr>
                                      <p:to>
                                        <p:strVal val="visible"/>
                                      </p:to>
                                    </p:set>
                                  </p:childTnLst>
                                </p:cTn>
                              </p:par>
                              <p:par>
                                <p:cTn id="7" presetID="5" presetClass="entr" presetSubtype="10" fill="hold" grpId="0" nodeType="withEffect">
                                  <p:stCondLst>
                                    <p:cond delay="0"/>
                                  </p:stCondLst>
                                  <p:childTnLst>
                                    <p:set>
                                      <p:cBhvr>
                                        <p:cTn id="8" dur="1" fill="hold">
                                          <p:stCondLst>
                                            <p:cond delay="0"/>
                                          </p:stCondLst>
                                        </p:cTn>
                                        <p:tgtEl>
                                          <p:spTgt spid="79971"/>
                                        </p:tgtEl>
                                        <p:attrNameLst>
                                          <p:attrName>style.visibility</p:attrName>
                                        </p:attrNameLst>
                                      </p:cBhvr>
                                      <p:to>
                                        <p:strVal val="visible"/>
                                      </p:to>
                                    </p:set>
                                    <p:animEffect transition="in" filter="checkerboard(across)">
                                      <p:cBhvr>
                                        <p:cTn id="9" dur="500"/>
                                        <p:tgtEl>
                                          <p:spTgt spid="79971"/>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childTnLst>
                                </p:cTn>
                              </p:par>
                            </p:childTnLst>
                          </p:cTn>
                        </p:par>
                        <p:par>
                          <p:cTn id="14" fill="hold" nodeType="afterGroup">
                            <p:stCondLst>
                              <p:cond delay="0"/>
                            </p:stCondLst>
                            <p:childTnLst>
                              <p:par>
                                <p:cTn id="15" presetID="1" presetClass="entr" presetSubtype="0" fill="hold" nodeType="after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79972"/>
                                        </p:tgtEl>
                                        <p:attrNameLst>
                                          <p:attrName>style.visibility</p:attrName>
                                        </p:attrNameLst>
                                      </p:cBhvr>
                                      <p:to>
                                        <p:strVal val="visible"/>
                                      </p:to>
                                    </p:set>
                                    <p:animEffect transition="in" filter="blinds(horizontal)">
                                      <p:cBhvr>
                                        <p:cTn id="23" dur="500"/>
                                        <p:tgtEl>
                                          <p:spTgt spid="79972"/>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79973"/>
                                        </p:tgtEl>
                                        <p:attrNameLst>
                                          <p:attrName>style.visibility</p:attrName>
                                        </p:attrNameLst>
                                      </p:cBhvr>
                                      <p:to>
                                        <p:strVal val="visible"/>
                                      </p:to>
                                    </p:set>
                                    <p:animEffect transition="in" filter="blinds(horizontal)">
                                      <p:cBhvr>
                                        <p:cTn id="26" dur="500"/>
                                        <p:tgtEl>
                                          <p:spTgt spid="79973"/>
                                        </p:tgtEl>
                                      </p:cBhvr>
                                    </p:animEffect>
                                  </p:childTnLst>
                                </p:cTn>
                              </p:par>
                            </p:childTnLst>
                          </p:cTn>
                        </p:par>
                        <p:par>
                          <p:cTn id="27" fill="hold" nodeType="withGroup">
                            <p:stCondLst>
                              <p:cond delay="500"/>
                            </p:stCondLst>
                            <p:childTnLst>
                              <p:par>
                                <p:cTn id="28" presetID="10" presetClass="entr" presetSubtype="0" fill="hold" grpId="0" nodeType="afterEffect">
                                  <p:stCondLst>
                                    <p:cond delay="0"/>
                                  </p:stCondLst>
                                  <p:childTnLst>
                                    <p:set>
                                      <p:cBhvr>
                                        <p:cTn id="29" dur="1" fill="hold">
                                          <p:stCondLst>
                                            <p:cond delay="0"/>
                                          </p:stCondLst>
                                        </p:cTn>
                                        <p:tgtEl>
                                          <p:spTgt spid="9246"/>
                                        </p:tgtEl>
                                        <p:attrNameLst>
                                          <p:attrName>style.visibility</p:attrName>
                                        </p:attrNameLst>
                                      </p:cBhvr>
                                      <p:to>
                                        <p:strVal val="visible"/>
                                      </p:to>
                                    </p:set>
                                    <p:animEffect transition="in" filter="fade">
                                      <p:cBhvr>
                                        <p:cTn id="30" dur="500"/>
                                        <p:tgtEl>
                                          <p:spTgt spid="9246"/>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par>
                          <p:cTn id="35" fill="hold" nodeType="afterGroup">
                            <p:stCondLst>
                              <p:cond delay="0"/>
                            </p:stCondLst>
                            <p:childTnLst>
                              <p:par>
                                <p:cTn id="36" presetID="1" presetClass="entr" presetSubtype="0" fill="hold" nodeType="afterEffect">
                                  <p:stCondLst>
                                    <p:cond delay="0"/>
                                  </p:stCondLst>
                                  <p:childTnLst>
                                    <p:set>
                                      <p:cBhvr>
                                        <p:cTn id="37" dur="1" fill="hold">
                                          <p:stCondLst>
                                            <p:cond delay="0"/>
                                          </p:stCondLst>
                                        </p:cTn>
                                        <p:tgtEl>
                                          <p:spTgt spid="14"/>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5132"/>
                                        </p:tgtEl>
                                        <p:attrNameLst>
                                          <p:attrName>style.visibility</p:attrName>
                                        </p:attrNameLst>
                                      </p:cBhvr>
                                      <p:to>
                                        <p:strVal val="visible"/>
                                      </p:to>
                                    </p:set>
                                  </p:childTnLst>
                                </p:cTn>
                              </p:par>
                            </p:childTnLst>
                          </p:cTn>
                        </p:par>
                        <p:par>
                          <p:cTn id="42" fill="hold" nodeType="afterGroup">
                            <p:stCondLst>
                              <p:cond delay="0"/>
                            </p:stCondLst>
                            <p:childTnLst>
                              <p:par>
                                <p:cTn id="43" presetID="1" presetClass="entr" presetSubtype="0" fill="hold" nodeType="after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971" grpId="0" animBg="1"/>
      <p:bldP spid="79972" grpId="0" animBg="1"/>
      <p:bldP spid="79973" grpId="0" animBg="1"/>
      <p:bldP spid="9246" grpId="0" animBg="1"/>
      <p:bldP spid="9226" grpId="0" animBg="1"/>
      <p:bldP spid="5132" grpId="0" animBg="1"/>
      <p:bldP spid="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791C70-3B1C-2239-42ED-DAC41229B858}"/>
              </a:ext>
            </a:extLst>
          </p:cNvPr>
          <p:cNvSpPr>
            <a:spLocks noGrp="1"/>
          </p:cNvSpPr>
          <p:nvPr>
            <p:ph type="title"/>
          </p:nvPr>
        </p:nvSpPr>
        <p:spPr>
          <a:xfrm>
            <a:off x="1041591" y="306314"/>
            <a:ext cx="7793037" cy="816595"/>
          </a:xfrm>
        </p:spPr>
        <p:txBody>
          <a:bodyPr/>
          <a:lstStyle/>
          <a:p>
            <a:pPr algn="ctr"/>
            <a:r>
              <a:rPr lang="es-MX" sz="3600" b="1" dirty="0">
                <a:solidFill>
                  <a:schemeClr val="tx1"/>
                </a:solidFill>
              </a:rPr>
              <a:t>Gestión de datos</a:t>
            </a:r>
            <a:endParaRPr lang="es-AR" sz="3600" b="1" dirty="0">
              <a:solidFill>
                <a:schemeClr val="tx1"/>
              </a:solidFill>
            </a:endParaRPr>
          </a:p>
        </p:txBody>
      </p:sp>
      <p:pic>
        <p:nvPicPr>
          <p:cNvPr id="4" name="Imagen 3" descr="Escala de tiempo&#10;&#10;Descripción generada automáticamente">
            <a:extLst>
              <a:ext uri="{FF2B5EF4-FFF2-40B4-BE49-F238E27FC236}">
                <a16:creationId xmlns:a16="http://schemas.microsoft.com/office/drawing/2014/main" id="{DA734F14-232C-7A09-5E7A-81885A7A7321}"/>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700" t="13107" r="3800" b="20006"/>
          <a:stretch/>
        </p:blipFill>
        <p:spPr>
          <a:xfrm>
            <a:off x="271121" y="2159567"/>
            <a:ext cx="5136781" cy="2476761"/>
          </a:xfrm>
          <a:prstGeom prst="rect">
            <a:avLst/>
          </a:prstGeom>
        </p:spPr>
      </p:pic>
      <p:sp>
        <p:nvSpPr>
          <p:cNvPr id="16" name="Elipse 15">
            <a:extLst>
              <a:ext uri="{FF2B5EF4-FFF2-40B4-BE49-F238E27FC236}">
                <a16:creationId xmlns:a16="http://schemas.microsoft.com/office/drawing/2014/main" id="{54D7A502-FEA9-F525-1A7D-6166105C6D1E}"/>
              </a:ext>
            </a:extLst>
          </p:cNvPr>
          <p:cNvSpPr/>
          <p:nvPr/>
        </p:nvSpPr>
        <p:spPr bwMode="auto">
          <a:xfrm>
            <a:off x="2996834" y="2130521"/>
            <a:ext cx="1188118" cy="529383"/>
          </a:xfrm>
          <a:prstGeom prst="ellipse">
            <a:avLst/>
          </a:prstGeom>
          <a:noFill/>
          <a:ln w="2857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s-AR" sz="1400" b="0" i="0" u="none" strike="noStrike" cap="none" normalizeH="0" baseline="0">
              <a:ln>
                <a:noFill/>
              </a:ln>
              <a:solidFill>
                <a:schemeClr val="folHlink"/>
              </a:solidFill>
              <a:effectLst/>
              <a:latin typeface="Tahoma" pitchFamily="34" charset="0"/>
            </a:endParaRPr>
          </a:p>
        </p:txBody>
      </p:sp>
      <p:sp>
        <p:nvSpPr>
          <p:cNvPr id="17" name="Elipse 16">
            <a:extLst>
              <a:ext uri="{FF2B5EF4-FFF2-40B4-BE49-F238E27FC236}">
                <a16:creationId xmlns:a16="http://schemas.microsoft.com/office/drawing/2014/main" id="{4D175771-F7A3-C77C-DCB7-CE69E4C12E71}"/>
              </a:ext>
            </a:extLst>
          </p:cNvPr>
          <p:cNvSpPr/>
          <p:nvPr/>
        </p:nvSpPr>
        <p:spPr bwMode="auto">
          <a:xfrm>
            <a:off x="888676" y="4135992"/>
            <a:ext cx="1087269" cy="436810"/>
          </a:xfrm>
          <a:prstGeom prst="ellipse">
            <a:avLst/>
          </a:prstGeom>
          <a:noFill/>
          <a:ln w="2857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s-AR" sz="1400" b="0" i="0" u="none" strike="noStrike" cap="none" normalizeH="0" baseline="0">
              <a:ln>
                <a:noFill/>
              </a:ln>
              <a:solidFill>
                <a:schemeClr val="folHlink"/>
              </a:solidFill>
              <a:effectLst/>
              <a:latin typeface="Tahoma" pitchFamily="34" charset="0"/>
            </a:endParaRPr>
          </a:p>
        </p:txBody>
      </p:sp>
      <p:sp>
        <p:nvSpPr>
          <p:cNvPr id="41" name="Globo: línea 40">
            <a:extLst>
              <a:ext uri="{FF2B5EF4-FFF2-40B4-BE49-F238E27FC236}">
                <a16:creationId xmlns:a16="http://schemas.microsoft.com/office/drawing/2014/main" id="{966B3C9E-6FCD-1450-EFCE-17F03A0DB307}"/>
              </a:ext>
            </a:extLst>
          </p:cNvPr>
          <p:cNvSpPr/>
          <p:nvPr/>
        </p:nvSpPr>
        <p:spPr bwMode="auto">
          <a:xfrm>
            <a:off x="2147115" y="1457308"/>
            <a:ext cx="1152676" cy="646331"/>
          </a:xfrm>
          <a:prstGeom prst="borderCallout1">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s-MX" sz="1200" b="0" i="0" u="none" strike="noStrike" cap="none" normalizeH="0" baseline="0" dirty="0">
                <a:ln>
                  <a:noFill/>
                </a:ln>
                <a:solidFill>
                  <a:schemeClr val="tx2"/>
                </a:solidFill>
                <a:effectLst/>
                <a:latin typeface="Tahoma" pitchFamily="34" charset="0"/>
              </a:rPr>
              <a:t>Almacenar, mantener y </a:t>
            </a:r>
            <a:r>
              <a:rPr kumimoji="0" lang="es-MX" sz="1200" b="0" i="0" u="none" strike="noStrike" cap="none" normalizeH="0" baseline="0" dirty="0" err="1">
                <a:ln>
                  <a:noFill/>
                </a:ln>
                <a:solidFill>
                  <a:schemeClr val="tx2"/>
                </a:solidFill>
                <a:effectLst/>
                <a:latin typeface="Tahoma" pitchFamily="34" charset="0"/>
              </a:rPr>
              <a:t>disponibilizar</a:t>
            </a:r>
            <a:endParaRPr kumimoji="0" lang="es-AR" sz="1200" b="0" i="0" u="none" strike="noStrike" cap="none" normalizeH="0" baseline="0" dirty="0">
              <a:ln>
                <a:noFill/>
              </a:ln>
              <a:solidFill>
                <a:schemeClr val="tx2"/>
              </a:solidFill>
              <a:effectLst/>
              <a:latin typeface="Tahoma" pitchFamily="34" charset="0"/>
            </a:endParaRPr>
          </a:p>
        </p:txBody>
      </p:sp>
      <p:sp>
        <p:nvSpPr>
          <p:cNvPr id="44" name="Globo: línea 43">
            <a:extLst>
              <a:ext uri="{FF2B5EF4-FFF2-40B4-BE49-F238E27FC236}">
                <a16:creationId xmlns:a16="http://schemas.microsoft.com/office/drawing/2014/main" id="{254E4A18-20C2-B692-3250-779CEFB24FA8}"/>
              </a:ext>
            </a:extLst>
          </p:cNvPr>
          <p:cNvSpPr/>
          <p:nvPr/>
        </p:nvSpPr>
        <p:spPr bwMode="auto">
          <a:xfrm>
            <a:off x="1041591" y="5195985"/>
            <a:ext cx="918901" cy="461665"/>
          </a:xfrm>
          <a:prstGeom prst="borderCallout1">
            <a:avLst>
              <a:gd name="adj1" fmla="val -29059"/>
              <a:gd name="adj2" fmla="val 32844"/>
              <a:gd name="adj3" fmla="val -162971"/>
              <a:gd name="adj4" fmla="val 40164"/>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s-MX" sz="1200" b="0" i="0" u="none" strike="noStrike" cap="none" normalizeH="0" baseline="0" dirty="0">
                <a:ln>
                  <a:noFill/>
                </a:ln>
                <a:solidFill>
                  <a:schemeClr val="tx2"/>
                </a:solidFill>
                <a:effectLst/>
                <a:latin typeface="Tahoma" pitchFamily="34" charset="0"/>
              </a:rPr>
              <a:t>Crear u obtener</a:t>
            </a:r>
            <a:endParaRPr kumimoji="0" lang="es-AR" sz="1200" b="0" i="0" u="none" strike="noStrike" cap="none" normalizeH="0" baseline="0" dirty="0">
              <a:ln>
                <a:noFill/>
              </a:ln>
              <a:solidFill>
                <a:schemeClr val="tx2"/>
              </a:solidFill>
              <a:effectLst/>
              <a:latin typeface="Tahoma" pitchFamily="34" charset="0"/>
            </a:endParaRPr>
          </a:p>
        </p:txBody>
      </p:sp>
      <p:sp>
        <p:nvSpPr>
          <p:cNvPr id="45" name="Globo: línea 44">
            <a:extLst>
              <a:ext uri="{FF2B5EF4-FFF2-40B4-BE49-F238E27FC236}">
                <a16:creationId xmlns:a16="http://schemas.microsoft.com/office/drawing/2014/main" id="{6C673514-5866-4E4D-98CF-74BD8174108D}"/>
              </a:ext>
            </a:extLst>
          </p:cNvPr>
          <p:cNvSpPr/>
          <p:nvPr/>
        </p:nvSpPr>
        <p:spPr bwMode="auto">
          <a:xfrm>
            <a:off x="2679103" y="5146441"/>
            <a:ext cx="2032054" cy="830997"/>
          </a:xfrm>
          <a:prstGeom prst="borderCallout1">
            <a:avLst>
              <a:gd name="adj1" fmla="val -22988"/>
              <a:gd name="adj2" fmla="val 23218"/>
              <a:gd name="adj3" fmla="val -81518"/>
              <a:gd name="adj4" fmla="val -6504"/>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eaLnBrk="1" hangingPunct="1"/>
            <a:r>
              <a:rPr lang="en-US" sz="1200" dirty="0" err="1">
                <a:solidFill>
                  <a:schemeClr val="tx2"/>
                </a:solidFill>
              </a:rPr>
              <a:t>Limpiarlo</a:t>
            </a:r>
            <a:r>
              <a:rPr lang="en-US" sz="1200" dirty="0">
                <a:solidFill>
                  <a:schemeClr val="tx2"/>
                </a:solidFill>
              </a:rPr>
              <a:t> / </a:t>
            </a:r>
            <a:r>
              <a:rPr lang="en-US" sz="1200" dirty="0" err="1">
                <a:solidFill>
                  <a:schemeClr val="tx2"/>
                </a:solidFill>
              </a:rPr>
              <a:t>integrar</a:t>
            </a:r>
            <a:r>
              <a:rPr lang="en-US" sz="1200" dirty="0">
                <a:solidFill>
                  <a:schemeClr val="tx2"/>
                </a:solidFill>
              </a:rPr>
              <a:t> / </a:t>
            </a:r>
            <a:r>
              <a:rPr lang="en-US" sz="1200" dirty="0" err="1">
                <a:solidFill>
                  <a:schemeClr val="tx2"/>
                </a:solidFill>
              </a:rPr>
              <a:t>transformar</a:t>
            </a:r>
            <a:r>
              <a:rPr lang="en-US" sz="1200" dirty="0">
                <a:solidFill>
                  <a:schemeClr val="tx2"/>
                </a:solidFill>
              </a:rPr>
              <a:t> / </a:t>
            </a:r>
            <a:r>
              <a:rPr lang="en-US" sz="1200" dirty="0" err="1">
                <a:solidFill>
                  <a:schemeClr val="tx2"/>
                </a:solidFill>
              </a:rPr>
              <a:t>preparar</a:t>
            </a:r>
            <a:r>
              <a:rPr lang="en-US" sz="1200" dirty="0">
                <a:solidFill>
                  <a:schemeClr val="tx2"/>
                </a:solidFill>
              </a:rPr>
              <a:t> (</a:t>
            </a:r>
            <a:r>
              <a:rPr lang="en-US" sz="1200" dirty="0" err="1">
                <a:solidFill>
                  <a:schemeClr val="tx2"/>
                </a:solidFill>
              </a:rPr>
              <a:t>agregar</a:t>
            </a:r>
            <a:r>
              <a:rPr lang="en-US" sz="1200" dirty="0">
                <a:solidFill>
                  <a:schemeClr val="tx2"/>
                </a:solidFill>
              </a:rPr>
              <a:t>, </a:t>
            </a:r>
            <a:r>
              <a:rPr lang="en-US" sz="1200" dirty="0" err="1">
                <a:solidFill>
                  <a:schemeClr val="tx2"/>
                </a:solidFill>
              </a:rPr>
              <a:t>clasificar</a:t>
            </a:r>
            <a:r>
              <a:rPr lang="en-US" sz="1200" dirty="0">
                <a:solidFill>
                  <a:schemeClr val="tx2"/>
                </a:solidFill>
              </a:rPr>
              <a:t>, </a:t>
            </a:r>
            <a:r>
              <a:rPr lang="en-US" sz="1200" dirty="0" err="1">
                <a:solidFill>
                  <a:schemeClr val="tx2"/>
                </a:solidFill>
              </a:rPr>
              <a:t>ordenar</a:t>
            </a:r>
            <a:r>
              <a:rPr lang="en-US" sz="1200" dirty="0">
                <a:solidFill>
                  <a:schemeClr val="tx2"/>
                </a:solidFill>
              </a:rPr>
              <a:t>, etc.)</a:t>
            </a:r>
            <a:endParaRPr lang="es-AR" sz="1200" dirty="0">
              <a:solidFill>
                <a:schemeClr val="tx2"/>
              </a:solidFill>
            </a:endParaRPr>
          </a:p>
        </p:txBody>
      </p:sp>
      <p:sp>
        <p:nvSpPr>
          <p:cNvPr id="46" name="Globo: línea 45">
            <a:extLst>
              <a:ext uri="{FF2B5EF4-FFF2-40B4-BE49-F238E27FC236}">
                <a16:creationId xmlns:a16="http://schemas.microsoft.com/office/drawing/2014/main" id="{F95E566A-D58B-DBFD-CAA1-0E4108FCCD1B}"/>
              </a:ext>
            </a:extLst>
          </p:cNvPr>
          <p:cNvSpPr/>
          <p:nvPr/>
        </p:nvSpPr>
        <p:spPr bwMode="auto">
          <a:xfrm>
            <a:off x="4262380" y="1537494"/>
            <a:ext cx="2032054" cy="461665"/>
          </a:xfrm>
          <a:prstGeom prst="borderCallout1">
            <a:avLst>
              <a:gd name="adj1" fmla="val 75665"/>
              <a:gd name="adj2" fmla="val -4712"/>
              <a:gd name="adj3" fmla="val 159804"/>
              <a:gd name="adj4" fmla="val -25642"/>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r>
              <a:rPr lang="en-US" sz="1200" i="1" dirty="0" err="1">
                <a:solidFill>
                  <a:schemeClr val="tx2"/>
                </a:solidFill>
                <a:latin typeface="Arial" panose="020B0604020202020204" pitchFamily="34" charset="0"/>
              </a:rPr>
              <a:t>Analizar</a:t>
            </a:r>
            <a:r>
              <a:rPr lang="en-US" sz="1200" i="1" dirty="0">
                <a:solidFill>
                  <a:schemeClr val="tx2"/>
                </a:solidFill>
                <a:latin typeface="Arial" panose="020B0604020202020204" pitchFamily="34" charset="0"/>
              </a:rPr>
              <a:t>, </a:t>
            </a:r>
            <a:r>
              <a:rPr lang="en-US" sz="1200" i="1" dirty="0" err="1">
                <a:solidFill>
                  <a:schemeClr val="tx2"/>
                </a:solidFill>
                <a:latin typeface="Arial" panose="020B0604020202020204" pitchFamily="34" charset="0"/>
              </a:rPr>
              <a:t>visualizar</a:t>
            </a:r>
            <a:r>
              <a:rPr lang="en-US" sz="1200" i="1" dirty="0">
                <a:solidFill>
                  <a:schemeClr val="tx2"/>
                </a:solidFill>
                <a:latin typeface="Arial" panose="020B0604020202020204" pitchFamily="34" charset="0"/>
              </a:rPr>
              <a:t>, </a:t>
            </a:r>
            <a:r>
              <a:rPr lang="en-US" sz="1200" i="1" dirty="0" err="1">
                <a:solidFill>
                  <a:schemeClr val="tx2"/>
                </a:solidFill>
                <a:latin typeface="Arial" panose="020B0604020202020204" pitchFamily="34" charset="0"/>
              </a:rPr>
              <a:t>generar</a:t>
            </a:r>
            <a:r>
              <a:rPr lang="en-US" sz="1200" i="1" dirty="0">
                <a:solidFill>
                  <a:schemeClr val="tx2"/>
                </a:solidFill>
                <a:latin typeface="Arial" panose="020B0604020202020204" pitchFamily="34" charset="0"/>
              </a:rPr>
              <a:t> </a:t>
            </a:r>
            <a:r>
              <a:rPr lang="en-US" sz="1200" i="1" dirty="0" err="1">
                <a:solidFill>
                  <a:schemeClr val="tx2"/>
                </a:solidFill>
                <a:latin typeface="Arial" panose="020B0604020202020204" pitchFamily="34" charset="0"/>
              </a:rPr>
              <a:t>modelos</a:t>
            </a:r>
            <a:r>
              <a:rPr lang="en-US" sz="1200" i="1" dirty="0">
                <a:solidFill>
                  <a:schemeClr val="tx2"/>
                </a:solidFill>
                <a:latin typeface="Arial" panose="020B0604020202020204" pitchFamily="34" charset="0"/>
              </a:rPr>
              <a:t> ML</a:t>
            </a:r>
            <a:endParaRPr lang="es-AR" sz="1200" i="1" dirty="0">
              <a:solidFill>
                <a:schemeClr val="tx2"/>
              </a:solidFill>
            </a:endParaRPr>
          </a:p>
        </p:txBody>
      </p:sp>
      <p:sp>
        <p:nvSpPr>
          <p:cNvPr id="47" name="Globo: línea 46">
            <a:extLst>
              <a:ext uri="{FF2B5EF4-FFF2-40B4-BE49-F238E27FC236}">
                <a16:creationId xmlns:a16="http://schemas.microsoft.com/office/drawing/2014/main" id="{E2CC6CFB-24F0-E0E0-8080-520BD1C1DF08}"/>
              </a:ext>
            </a:extLst>
          </p:cNvPr>
          <p:cNvSpPr/>
          <p:nvPr/>
        </p:nvSpPr>
        <p:spPr bwMode="auto">
          <a:xfrm>
            <a:off x="4183595" y="4758356"/>
            <a:ext cx="934528" cy="276999"/>
          </a:xfrm>
          <a:prstGeom prst="borderCallout1">
            <a:avLst>
              <a:gd name="adj1" fmla="val -30577"/>
              <a:gd name="adj2" fmla="val 6149"/>
              <a:gd name="adj3" fmla="val -117185"/>
              <a:gd name="adj4" fmla="val -13228"/>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r>
              <a:rPr lang="en-US" sz="1200" i="1" dirty="0" err="1">
                <a:solidFill>
                  <a:schemeClr val="tx2"/>
                </a:solidFill>
                <a:latin typeface="Arial" panose="020B0604020202020204" pitchFamily="34" charset="0"/>
              </a:rPr>
              <a:t>Compartir</a:t>
            </a:r>
            <a:endParaRPr lang="es-AR" sz="1200" i="1" dirty="0">
              <a:solidFill>
                <a:schemeClr val="tx2"/>
              </a:solidFill>
            </a:endParaRPr>
          </a:p>
        </p:txBody>
      </p:sp>
      <p:sp>
        <p:nvSpPr>
          <p:cNvPr id="48" name="Globo: línea 47">
            <a:extLst>
              <a:ext uri="{FF2B5EF4-FFF2-40B4-BE49-F238E27FC236}">
                <a16:creationId xmlns:a16="http://schemas.microsoft.com/office/drawing/2014/main" id="{E8FA8FB2-C8C3-1D80-3326-505FF5545FC3}"/>
              </a:ext>
            </a:extLst>
          </p:cNvPr>
          <p:cNvSpPr/>
          <p:nvPr/>
        </p:nvSpPr>
        <p:spPr bwMode="auto">
          <a:xfrm>
            <a:off x="5097103" y="4258113"/>
            <a:ext cx="1197331" cy="461665"/>
          </a:xfrm>
          <a:prstGeom prst="borderCallout1">
            <a:avLst>
              <a:gd name="adj1" fmla="val -30577"/>
              <a:gd name="adj2" fmla="val 6149"/>
              <a:gd name="adj3" fmla="val -83036"/>
              <a:gd name="adj4" fmla="val -8839"/>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r>
              <a:rPr lang="en-US" sz="1200" i="1" dirty="0" err="1">
                <a:solidFill>
                  <a:schemeClr val="tx2"/>
                </a:solidFill>
                <a:latin typeface="Arial" panose="020B0604020202020204" pitchFamily="34" charset="0"/>
              </a:rPr>
              <a:t>Indisponibilizar</a:t>
            </a:r>
            <a:r>
              <a:rPr lang="en-US" sz="1200" i="1" dirty="0">
                <a:solidFill>
                  <a:schemeClr val="tx2"/>
                </a:solidFill>
                <a:latin typeface="Arial" panose="020B0604020202020204" pitchFamily="34" charset="0"/>
              </a:rPr>
              <a:t> o </a:t>
            </a:r>
            <a:r>
              <a:rPr lang="en-US" sz="1200" i="1" dirty="0" err="1">
                <a:solidFill>
                  <a:schemeClr val="tx2"/>
                </a:solidFill>
                <a:latin typeface="Arial" panose="020B0604020202020204" pitchFamily="34" charset="0"/>
              </a:rPr>
              <a:t>eliminar</a:t>
            </a:r>
            <a:endParaRPr lang="es-AR" sz="1200" i="1" dirty="0">
              <a:solidFill>
                <a:schemeClr val="tx2"/>
              </a:solidFill>
            </a:endParaRPr>
          </a:p>
        </p:txBody>
      </p:sp>
      <p:sp>
        <p:nvSpPr>
          <p:cNvPr id="18" name="CuadroTexto 17">
            <a:extLst>
              <a:ext uri="{FF2B5EF4-FFF2-40B4-BE49-F238E27FC236}">
                <a16:creationId xmlns:a16="http://schemas.microsoft.com/office/drawing/2014/main" id="{046512CD-98F1-A756-5F14-F0DF5B163DDC}"/>
              </a:ext>
            </a:extLst>
          </p:cNvPr>
          <p:cNvSpPr txBox="1"/>
          <p:nvPr/>
        </p:nvSpPr>
        <p:spPr>
          <a:xfrm>
            <a:off x="6373344" y="3740997"/>
            <a:ext cx="2658738" cy="2862322"/>
          </a:xfrm>
          <a:prstGeom prst="rect">
            <a:avLst/>
          </a:prstGeom>
          <a:solidFill>
            <a:srgbClr val="00B0F0"/>
          </a:solidFill>
        </p:spPr>
        <p:txBody>
          <a:bodyPr wrap="square" rtlCol="0">
            <a:spAutoFit/>
          </a:bodyPr>
          <a:lstStyle/>
          <a:p>
            <a:pPr marL="285750" indent="-285750">
              <a:buFont typeface="Arial" panose="020B0604020202020204" pitchFamily="34" charset="0"/>
              <a:buChar char="•"/>
            </a:pPr>
            <a:r>
              <a:rPr lang="es-AR" sz="1200" dirty="0">
                <a:solidFill>
                  <a:schemeClr val="tx1"/>
                </a:solidFill>
              </a:rPr>
              <a:t>Diseño </a:t>
            </a:r>
          </a:p>
          <a:p>
            <a:pPr marL="285750" indent="-285750">
              <a:buFont typeface="Arial" panose="020B0604020202020204" pitchFamily="34" charset="0"/>
              <a:buChar char="•"/>
            </a:pPr>
            <a:r>
              <a:rPr lang="es-AR" sz="1200" dirty="0">
                <a:solidFill>
                  <a:schemeClr val="tx1"/>
                </a:solidFill>
              </a:rPr>
              <a:t>Desarrollo de aplicaciones</a:t>
            </a:r>
          </a:p>
          <a:p>
            <a:pPr marL="285750" indent="-285750">
              <a:buFont typeface="Arial" panose="020B0604020202020204" pitchFamily="34" charset="0"/>
              <a:buChar char="•"/>
            </a:pPr>
            <a:r>
              <a:rPr lang="es-AR" sz="1200" dirty="0">
                <a:solidFill>
                  <a:schemeClr val="tx1"/>
                </a:solidFill>
              </a:rPr>
              <a:t>Administración de hardware y software donde se construyen y operan</a:t>
            </a:r>
          </a:p>
          <a:p>
            <a:pPr marL="285750" indent="-285750">
              <a:buFont typeface="Arial" panose="020B0604020202020204" pitchFamily="34" charset="0"/>
              <a:buChar char="•"/>
            </a:pPr>
            <a:r>
              <a:rPr lang="es-AR" sz="1200" dirty="0">
                <a:solidFill>
                  <a:schemeClr val="tx1"/>
                </a:solidFill>
              </a:rPr>
              <a:t>Administrar los datos con seguridad y performance</a:t>
            </a:r>
          </a:p>
          <a:p>
            <a:pPr marL="285750" indent="-285750">
              <a:buFont typeface="Arial" panose="020B0604020202020204" pitchFamily="34" charset="0"/>
              <a:buChar char="•"/>
            </a:pPr>
            <a:r>
              <a:rPr lang="es-AR" sz="1200" dirty="0">
                <a:solidFill>
                  <a:schemeClr val="tx1"/>
                </a:solidFill>
              </a:rPr>
              <a:t>Asegurar la calidad</a:t>
            </a:r>
          </a:p>
          <a:p>
            <a:pPr marL="285750" indent="-285750">
              <a:buFont typeface="Arial" panose="020B0604020202020204" pitchFamily="34" charset="0"/>
              <a:buChar char="•"/>
            </a:pPr>
            <a:r>
              <a:rPr lang="es-AR" sz="1200" dirty="0">
                <a:solidFill>
                  <a:schemeClr val="tx1"/>
                </a:solidFill>
              </a:rPr>
              <a:t>Interpretar los datos y manejar herramientas/lenguajes para realizar análisis, visualizaciones y modelos</a:t>
            </a:r>
          </a:p>
          <a:p>
            <a:pPr marL="285750" indent="-285750">
              <a:buFont typeface="Arial" panose="020B0604020202020204" pitchFamily="34" charset="0"/>
              <a:buChar char="•"/>
            </a:pPr>
            <a:r>
              <a:rPr lang="es-AR" sz="1200" dirty="0">
                <a:solidFill>
                  <a:schemeClr val="tx1"/>
                </a:solidFill>
              </a:rPr>
              <a:t>Detectar y pensar oportunidades estratégicas.</a:t>
            </a:r>
          </a:p>
          <a:p>
            <a:pPr marL="285750" indent="-285750">
              <a:buFont typeface="Arial" panose="020B0604020202020204" pitchFamily="34" charset="0"/>
              <a:buChar char="•"/>
            </a:pPr>
            <a:r>
              <a:rPr lang="es-AR" sz="1200" dirty="0">
                <a:solidFill>
                  <a:schemeClr val="tx1"/>
                </a:solidFill>
              </a:rPr>
              <a:t>Etc.</a:t>
            </a:r>
          </a:p>
        </p:txBody>
      </p:sp>
      <p:sp>
        <p:nvSpPr>
          <p:cNvPr id="20" name="CuadroTexto 19">
            <a:extLst>
              <a:ext uri="{FF2B5EF4-FFF2-40B4-BE49-F238E27FC236}">
                <a16:creationId xmlns:a16="http://schemas.microsoft.com/office/drawing/2014/main" id="{52BA2290-8DA1-3689-7A01-1D859C45F598}"/>
              </a:ext>
            </a:extLst>
          </p:cNvPr>
          <p:cNvSpPr txBox="1"/>
          <p:nvPr/>
        </p:nvSpPr>
        <p:spPr>
          <a:xfrm>
            <a:off x="6428232" y="1945459"/>
            <a:ext cx="2646610" cy="400110"/>
          </a:xfrm>
          <a:prstGeom prst="rect">
            <a:avLst/>
          </a:prstGeom>
          <a:noFill/>
        </p:spPr>
        <p:txBody>
          <a:bodyPr wrap="square">
            <a:spAutoFit/>
          </a:bodyPr>
          <a:lstStyle/>
          <a:p>
            <a:r>
              <a:rPr lang="es-MX" sz="2000" b="1" dirty="0">
                <a:solidFill>
                  <a:srgbClr val="00B0F0"/>
                </a:solidFill>
              </a:rPr>
              <a:t>Gestión de datos </a:t>
            </a:r>
          </a:p>
        </p:txBody>
      </p:sp>
      <p:pic>
        <p:nvPicPr>
          <p:cNvPr id="23" name="Imagen 22">
            <a:extLst>
              <a:ext uri="{FF2B5EF4-FFF2-40B4-BE49-F238E27FC236}">
                <a16:creationId xmlns:a16="http://schemas.microsoft.com/office/drawing/2014/main" id="{7B0CC398-7E9B-F8BD-1777-DF472570E04D}"/>
              </a:ext>
            </a:extLst>
          </p:cNvPr>
          <p:cNvPicPr>
            <a:picLocks noChangeAspect="1"/>
          </p:cNvPicPr>
          <p:nvPr/>
        </p:nvPicPr>
        <p:blipFill>
          <a:blip r:embed="rId5"/>
          <a:stretch>
            <a:fillRect/>
          </a:stretch>
        </p:blipFill>
        <p:spPr>
          <a:xfrm>
            <a:off x="6837559" y="2446354"/>
            <a:ext cx="1827956" cy="1193858"/>
          </a:xfrm>
          <a:prstGeom prst="rect">
            <a:avLst/>
          </a:prstGeom>
        </p:spPr>
      </p:pic>
      <p:grpSp>
        <p:nvGrpSpPr>
          <p:cNvPr id="40" name="Grupo 39">
            <a:extLst>
              <a:ext uri="{FF2B5EF4-FFF2-40B4-BE49-F238E27FC236}">
                <a16:creationId xmlns:a16="http://schemas.microsoft.com/office/drawing/2014/main" id="{A883A199-BAF2-AB1C-2423-0BC1C468D921}"/>
              </a:ext>
            </a:extLst>
          </p:cNvPr>
          <p:cNvGrpSpPr/>
          <p:nvPr/>
        </p:nvGrpSpPr>
        <p:grpSpPr>
          <a:xfrm>
            <a:off x="5118123" y="2516823"/>
            <a:ext cx="2459870" cy="865443"/>
            <a:chOff x="5913752" y="2624601"/>
            <a:chExt cx="2459870" cy="865443"/>
          </a:xfrm>
        </p:grpSpPr>
        <p:cxnSp>
          <p:nvCxnSpPr>
            <p:cNvPr id="25" name="Conector recto de flecha 24">
              <a:extLst>
                <a:ext uri="{FF2B5EF4-FFF2-40B4-BE49-F238E27FC236}">
                  <a16:creationId xmlns:a16="http://schemas.microsoft.com/office/drawing/2014/main" id="{C745815D-186C-9AC7-25A7-722E549611EF}"/>
                </a:ext>
              </a:extLst>
            </p:cNvPr>
            <p:cNvCxnSpPr>
              <a:cxnSpLocks/>
            </p:cNvCxnSpPr>
            <p:nvPr/>
          </p:nvCxnSpPr>
          <p:spPr bwMode="auto">
            <a:xfrm flipH="1" flipV="1">
              <a:off x="5963386" y="2624601"/>
              <a:ext cx="725871" cy="479350"/>
            </a:xfrm>
            <a:prstGeom prst="straightConnector1">
              <a:avLst/>
            </a:prstGeom>
            <a:ln>
              <a:headEnd type="none" w="med" len="med"/>
              <a:tailEnd type="triangle"/>
            </a:ln>
          </p:spPr>
          <p:style>
            <a:lnRef idx="1">
              <a:schemeClr val="accent4"/>
            </a:lnRef>
            <a:fillRef idx="0">
              <a:schemeClr val="accent4"/>
            </a:fillRef>
            <a:effectRef idx="0">
              <a:schemeClr val="accent4"/>
            </a:effectRef>
            <a:fontRef idx="minor">
              <a:schemeClr val="tx1"/>
            </a:fontRef>
          </p:style>
        </p:cxnSp>
        <p:cxnSp>
          <p:nvCxnSpPr>
            <p:cNvPr id="26" name="Conector recto de flecha 25">
              <a:extLst>
                <a:ext uri="{FF2B5EF4-FFF2-40B4-BE49-F238E27FC236}">
                  <a16:creationId xmlns:a16="http://schemas.microsoft.com/office/drawing/2014/main" id="{A4BAAD2D-71D9-3FA0-BA38-F7A140B5C705}"/>
                </a:ext>
              </a:extLst>
            </p:cNvPr>
            <p:cNvCxnSpPr/>
            <p:nvPr/>
          </p:nvCxnSpPr>
          <p:spPr bwMode="auto">
            <a:xfrm flipH="1" flipV="1">
              <a:off x="5913752" y="2775421"/>
              <a:ext cx="828636" cy="350998"/>
            </a:xfrm>
            <a:prstGeom prst="straightConnector1">
              <a:avLst/>
            </a:prstGeom>
            <a:ln>
              <a:headEnd type="none" w="med" len="med"/>
              <a:tailEnd type="triangle"/>
            </a:ln>
          </p:spPr>
          <p:style>
            <a:lnRef idx="1">
              <a:schemeClr val="accent4"/>
            </a:lnRef>
            <a:fillRef idx="0">
              <a:schemeClr val="accent4"/>
            </a:fillRef>
            <a:effectRef idx="0">
              <a:schemeClr val="accent4"/>
            </a:effectRef>
            <a:fontRef idx="minor">
              <a:schemeClr val="tx1"/>
            </a:fontRef>
          </p:style>
        </p:cxnSp>
        <p:cxnSp>
          <p:nvCxnSpPr>
            <p:cNvPr id="27" name="Conector recto de flecha 26">
              <a:extLst>
                <a:ext uri="{FF2B5EF4-FFF2-40B4-BE49-F238E27FC236}">
                  <a16:creationId xmlns:a16="http://schemas.microsoft.com/office/drawing/2014/main" id="{212306AC-6A63-3698-4D6A-73DD102844CE}"/>
                </a:ext>
              </a:extLst>
            </p:cNvPr>
            <p:cNvCxnSpPr>
              <a:cxnSpLocks/>
            </p:cNvCxnSpPr>
            <p:nvPr/>
          </p:nvCxnSpPr>
          <p:spPr bwMode="auto">
            <a:xfrm flipH="1" flipV="1">
              <a:off x="5936821" y="2990187"/>
              <a:ext cx="729367" cy="115462"/>
            </a:xfrm>
            <a:prstGeom prst="straightConnector1">
              <a:avLst/>
            </a:prstGeom>
            <a:ln>
              <a:headEnd type="none" w="med" len="med"/>
              <a:tailEnd type="triangle"/>
            </a:ln>
          </p:spPr>
          <p:style>
            <a:lnRef idx="1">
              <a:schemeClr val="accent4"/>
            </a:lnRef>
            <a:fillRef idx="0">
              <a:schemeClr val="accent4"/>
            </a:fillRef>
            <a:effectRef idx="0">
              <a:schemeClr val="accent4"/>
            </a:effectRef>
            <a:fontRef idx="minor">
              <a:schemeClr val="tx1"/>
            </a:fontRef>
          </p:style>
        </p:cxnSp>
        <p:cxnSp>
          <p:nvCxnSpPr>
            <p:cNvPr id="28" name="Conector recto de flecha 27">
              <a:extLst>
                <a:ext uri="{FF2B5EF4-FFF2-40B4-BE49-F238E27FC236}">
                  <a16:creationId xmlns:a16="http://schemas.microsoft.com/office/drawing/2014/main" id="{F329C9B5-2740-3EE8-47B4-6E8D9C4F2008}"/>
                </a:ext>
              </a:extLst>
            </p:cNvPr>
            <p:cNvCxnSpPr>
              <a:cxnSpLocks/>
            </p:cNvCxnSpPr>
            <p:nvPr/>
          </p:nvCxnSpPr>
          <p:spPr bwMode="auto">
            <a:xfrm flipH="1">
              <a:off x="6013602" y="3124359"/>
              <a:ext cx="676236" cy="95582"/>
            </a:xfrm>
            <a:prstGeom prst="straightConnector1">
              <a:avLst/>
            </a:prstGeom>
            <a:ln>
              <a:headEnd type="none" w="med" len="med"/>
              <a:tailEnd type="triangle"/>
            </a:ln>
          </p:spPr>
          <p:style>
            <a:lnRef idx="1">
              <a:schemeClr val="accent4"/>
            </a:lnRef>
            <a:fillRef idx="0">
              <a:schemeClr val="accent4"/>
            </a:fillRef>
            <a:effectRef idx="0">
              <a:schemeClr val="accent4"/>
            </a:effectRef>
            <a:fontRef idx="minor">
              <a:schemeClr val="tx1"/>
            </a:fontRef>
          </p:style>
        </p:cxnSp>
        <p:cxnSp>
          <p:nvCxnSpPr>
            <p:cNvPr id="29" name="Conector recto de flecha 28">
              <a:extLst>
                <a:ext uri="{FF2B5EF4-FFF2-40B4-BE49-F238E27FC236}">
                  <a16:creationId xmlns:a16="http://schemas.microsoft.com/office/drawing/2014/main" id="{AFBFA38C-1585-7C26-08B0-A38A1EC92153}"/>
                </a:ext>
              </a:extLst>
            </p:cNvPr>
            <p:cNvCxnSpPr>
              <a:cxnSpLocks/>
            </p:cNvCxnSpPr>
            <p:nvPr/>
          </p:nvCxnSpPr>
          <p:spPr bwMode="auto">
            <a:xfrm flipH="1">
              <a:off x="6220179" y="3141068"/>
              <a:ext cx="447636" cy="348976"/>
            </a:xfrm>
            <a:prstGeom prst="straightConnector1">
              <a:avLst/>
            </a:prstGeom>
            <a:ln>
              <a:headEnd type="none" w="med" len="med"/>
              <a:tailEnd type="triangle"/>
            </a:ln>
          </p:spPr>
          <p:style>
            <a:lnRef idx="1">
              <a:schemeClr val="accent4"/>
            </a:lnRef>
            <a:fillRef idx="0">
              <a:schemeClr val="accent4"/>
            </a:fillRef>
            <a:effectRef idx="0">
              <a:schemeClr val="accent4"/>
            </a:effectRef>
            <a:fontRef idx="minor">
              <a:schemeClr val="tx1"/>
            </a:fontRef>
          </p:style>
        </p:cxnSp>
        <p:sp>
          <p:nvSpPr>
            <p:cNvPr id="39" name="CuadroTexto 38">
              <a:extLst>
                <a:ext uri="{FF2B5EF4-FFF2-40B4-BE49-F238E27FC236}">
                  <a16:creationId xmlns:a16="http://schemas.microsoft.com/office/drawing/2014/main" id="{C74C9E99-27BF-1D34-15CA-13D7DABB6008}"/>
                </a:ext>
              </a:extLst>
            </p:cNvPr>
            <p:cNvSpPr txBox="1"/>
            <p:nvPr/>
          </p:nvSpPr>
          <p:spPr>
            <a:xfrm>
              <a:off x="6692793" y="2787377"/>
              <a:ext cx="1680829" cy="646331"/>
            </a:xfrm>
            <a:prstGeom prst="rect">
              <a:avLst/>
            </a:prstGeom>
            <a:noFill/>
          </p:spPr>
          <p:txBody>
            <a:bodyPr wrap="square" rtlCol="0">
              <a:spAutoFit/>
            </a:bodyPr>
            <a:lstStyle/>
            <a:p>
              <a:r>
                <a:rPr lang="es-MX" sz="1200" dirty="0">
                  <a:solidFill>
                    <a:srgbClr val="00B0F0"/>
                  </a:solidFill>
                </a:rPr>
                <a:t>Actividades, arquitecturas, herramientas</a:t>
              </a:r>
              <a:endParaRPr lang="es-AR" sz="1200" dirty="0">
                <a:solidFill>
                  <a:srgbClr val="00B0F0"/>
                </a:solidFill>
              </a:endParaRPr>
            </a:p>
          </p:txBody>
        </p:sp>
      </p:grpSp>
    </p:spTree>
    <p:custDataLst>
      <p:tags r:id="rId1"/>
    </p:custDataLst>
    <p:extLst>
      <p:ext uri="{BB962C8B-B14F-4D97-AF65-F5344CB8AC3E}">
        <p14:creationId xmlns:p14="http://schemas.microsoft.com/office/powerpoint/2010/main" val="3674816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subTnLst>
                                    <p:set>
                                      <p:cBhvr override="childStyle">
                                        <p:cTn dur="1" fill="hold" display="0" masterRel="nextClick" afterEffect="1"/>
                                        <p:tgtEl>
                                          <p:spTgt spid="44"/>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subTnLst>
                                    <p:set>
                                      <p:cBhvr override="childStyle">
                                        <p:cTn dur="1" fill="hold" display="0" masterRel="nextClick" afterEffect="1"/>
                                        <p:tgtEl>
                                          <p:spTgt spid="41"/>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5"/>
                                        </p:tgtEl>
                                        <p:attrNameLst>
                                          <p:attrName>style.visibility</p:attrName>
                                        </p:attrNameLst>
                                      </p:cBhvr>
                                      <p:to>
                                        <p:strVal val="visible"/>
                                      </p:to>
                                    </p:set>
                                  </p:childTnLst>
                                  <p:subTnLst>
                                    <p:set>
                                      <p:cBhvr override="childStyle">
                                        <p:cTn dur="1" fill="hold" display="0" masterRel="nextClick" afterEffect="1"/>
                                        <p:tgtEl>
                                          <p:spTgt spid="45"/>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6"/>
                                        </p:tgtEl>
                                        <p:attrNameLst>
                                          <p:attrName>style.visibility</p:attrName>
                                        </p:attrNameLst>
                                      </p:cBhvr>
                                      <p:to>
                                        <p:strVal val="visible"/>
                                      </p:to>
                                    </p:set>
                                  </p:childTnLst>
                                  <p:subTnLst>
                                    <p:set>
                                      <p:cBhvr override="childStyle">
                                        <p:cTn dur="1" fill="hold" display="0" masterRel="nextClick" afterEffect="1"/>
                                        <p:tgtEl>
                                          <p:spTgt spid="46"/>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7"/>
                                        </p:tgtEl>
                                        <p:attrNameLst>
                                          <p:attrName>style.visibility</p:attrName>
                                        </p:attrNameLst>
                                      </p:cBhvr>
                                      <p:to>
                                        <p:strVal val="visible"/>
                                      </p:to>
                                    </p:set>
                                  </p:childTnLst>
                                  <p:subTnLst>
                                    <p:set>
                                      <p:cBhvr override="childStyle">
                                        <p:cTn dur="1" fill="hold" display="0" masterRel="nextClick" afterEffect="1"/>
                                        <p:tgtEl>
                                          <p:spTgt spid="47"/>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8"/>
                                        </p:tgtEl>
                                        <p:attrNameLst>
                                          <p:attrName>style.visibility</p:attrName>
                                        </p:attrNameLst>
                                      </p:cBhvr>
                                      <p:to>
                                        <p:strVal val="visible"/>
                                      </p:to>
                                    </p:set>
                                  </p:childTnLst>
                                  <p:subTnLst>
                                    <p:set>
                                      <p:cBhvr override="childStyle">
                                        <p:cTn dur="1" fill="hold" display="0" masterRel="nextClick" afterEffect="1"/>
                                        <p:tgtEl>
                                          <p:spTgt spid="48"/>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6" presetClass="entr" presetSubtype="21"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barn(inVertical)">
                                      <p:cBhvr>
                                        <p:cTn id="4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41" grpId="0" animBg="1"/>
      <p:bldP spid="44" grpId="0" animBg="1"/>
      <p:bldP spid="45" grpId="0" animBg="1"/>
      <p:bldP spid="46" grpId="0" animBg="1"/>
      <p:bldP spid="47" grpId="0" animBg="1"/>
      <p:bldP spid="48" grpId="0" animBg="1"/>
      <p:bldP spid="18" grpId="0" animBg="1"/>
      <p:bldP spid="2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502F0-1667-91B0-7622-DA4612333842}"/>
            </a:ext>
          </a:extLst>
        </p:cNvPr>
        <p:cNvGrpSpPr/>
        <p:nvPr/>
      </p:nvGrpSpPr>
      <p:grpSpPr>
        <a:xfrm>
          <a:off x="0" y="0"/>
          <a:ext cx="0" cy="0"/>
          <a:chOff x="0" y="0"/>
          <a:chExt cx="0" cy="0"/>
        </a:xfrm>
      </p:grpSpPr>
      <p:sp>
        <p:nvSpPr>
          <p:cNvPr id="11266" name="Rectangle 3">
            <a:extLst>
              <a:ext uri="{FF2B5EF4-FFF2-40B4-BE49-F238E27FC236}">
                <a16:creationId xmlns:a16="http://schemas.microsoft.com/office/drawing/2014/main" id="{155768C1-9E1F-BEF1-AE42-38459486B074}"/>
              </a:ext>
            </a:extLst>
          </p:cNvPr>
          <p:cNvSpPr>
            <a:spLocks noGrp="1" noChangeArrowheads="1"/>
          </p:cNvSpPr>
          <p:nvPr>
            <p:ph type="title"/>
          </p:nvPr>
        </p:nvSpPr>
        <p:spPr>
          <a:xfrm>
            <a:off x="1056834" y="115916"/>
            <a:ext cx="7470478" cy="906116"/>
          </a:xfrm>
        </p:spPr>
        <p:txBody>
          <a:bodyPr/>
          <a:lstStyle/>
          <a:p>
            <a:pPr algn="ctr" eaLnBrk="1" hangingPunct="1"/>
            <a:r>
              <a:rPr lang="es-AR" altLang="es-AR" sz="2800" b="1" dirty="0">
                <a:solidFill>
                  <a:schemeClr val="tx1"/>
                </a:solidFill>
              </a:rPr>
              <a:t>Roles en la gestión de datos</a:t>
            </a:r>
          </a:p>
        </p:txBody>
      </p:sp>
      <p:pic>
        <p:nvPicPr>
          <p:cNvPr id="2" name="Imagen 1">
            <a:extLst>
              <a:ext uri="{FF2B5EF4-FFF2-40B4-BE49-F238E27FC236}">
                <a16:creationId xmlns:a16="http://schemas.microsoft.com/office/drawing/2014/main" id="{9633FEFE-F10F-CA52-C196-E7CC2EEF836D}"/>
              </a:ext>
            </a:extLst>
          </p:cNvPr>
          <p:cNvPicPr>
            <a:picLocks noChangeAspect="1"/>
          </p:cNvPicPr>
          <p:nvPr/>
        </p:nvPicPr>
        <p:blipFill>
          <a:blip r:embed="rId4"/>
          <a:stretch>
            <a:fillRect/>
          </a:stretch>
        </p:blipFill>
        <p:spPr>
          <a:xfrm>
            <a:off x="2390979" y="1470326"/>
            <a:ext cx="3906982" cy="5120283"/>
          </a:xfrm>
          <a:prstGeom prst="rect">
            <a:avLst/>
          </a:prstGeom>
        </p:spPr>
      </p:pic>
      <p:grpSp>
        <p:nvGrpSpPr>
          <p:cNvPr id="11301" name="Group 21">
            <a:extLst>
              <a:ext uri="{FF2B5EF4-FFF2-40B4-BE49-F238E27FC236}">
                <a16:creationId xmlns:a16="http://schemas.microsoft.com/office/drawing/2014/main" id="{B68D7C61-48B7-1FB6-6CC9-74C1C408FA63}"/>
              </a:ext>
            </a:extLst>
          </p:cNvPr>
          <p:cNvGrpSpPr>
            <a:grpSpLocks/>
          </p:cNvGrpSpPr>
          <p:nvPr/>
        </p:nvGrpSpPr>
        <p:grpSpPr bwMode="auto">
          <a:xfrm>
            <a:off x="3950208" y="1516812"/>
            <a:ext cx="321184" cy="541788"/>
            <a:chOff x="331" y="1026"/>
            <a:chExt cx="178" cy="424"/>
          </a:xfrm>
        </p:grpSpPr>
        <p:sp>
          <p:nvSpPr>
            <p:cNvPr id="11323" name="Oval 22">
              <a:extLst>
                <a:ext uri="{FF2B5EF4-FFF2-40B4-BE49-F238E27FC236}">
                  <a16:creationId xmlns:a16="http://schemas.microsoft.com/office/drawing/2014/main" id="{C0F8E2C1-19F6-0477-4D6A-88EE1C2BA158}"/>
                </a:ext>
              </a:extLst>
            </p:cNvPr>
            <p:cNvSpPr>
              <a:spLocks noChangeArrowheads="1"/>
            </p:cNvSpPr>
            <p:nvPr/>
          </p:nvSpPr>
          <p:spPr bwMode="auto">
            <a:xfrm>
              <a:off x="340" y="1026"/>
              <a:ext cx="154" cy="136"/>
            </a:xfrm>
            <a:prstGeom prst="ellipse">
              <a:avLst/>
            </a:prstGeom>
            <a:solidFill>
              <a:srgbClr val="002060"/>
            </a:solidFill>
            <a:ln w="9525" algn="ctr">
              <a:solidFill>
                <a:schemeClr val="tx1"/>
              </a:solidFill>
              <a:round/>
              <a:headEnd/>
              <a:tailEnd/>
            </a:ln>
          </p:spPr>
          <p:txBody>
            <a:bodyPr anchor="ctr">
              <a:spAutoFit/>
            </a:bodyPr>
            <a:lstStyle>
              <a:lvl1pPr>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endParaRPr lang="es-AR" altLang="es-AR" sz="1400">
                <a:solidFill>
                  <a:schemeClr val="folHlink"/>
                </a:solidFill>
              </a:endParaRPr>
            </a:p>
          </p:txBody>
        </p:sp>
        <p:sp>
          <p:nvSpPr>
            <p:cNvPr id="11324" name="Line 23">
              <a:extLst>
                <a:ext uri="{FF2B5EF4-FFF2-40B4-BE49-F238E27FC236}">
                  <a16:creationId xmlns:a16="http://schemas.microsoft.com/office/drawing/2014/main" id="{D6182780-6932-1478-9886-FB82BCE83D31}"/>
                </a:ext>
              </a:extLst>
            </p:cNvPr>
            <p:cNvSpPr>
              <a:spLocks noChangeShapeType="1"/>
            </p:cNvSpPr>
            <p:nvPr/>
          </p:nvSpPr>
          <p:spPr bwMode="auto">
            <a:xfrm flipH="1">
              <a:off x="331" y="1207"/>
              <a:ext cx="90"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sp>
          <p:nvSpPr>
            <p:cNvPr id="11325" name="Line 24">
              <a:extLst>
                <a:ext uri="{FF2B5EF4-FFF2-40B4-BE49-F238E27FC236}">
                  <a16:creationId xmlns:a16="http://schemas.microsoft.com/office/drawing/2014/main" id="{8EE683EF-9653-13FA-97CC-6F5F552CC60F}"/>
                </a:ext>
              </a:extLst>
            </p:cNvPr>
            <p:cNvSpPr>
              <a:spLocks noChangeShapeType="1"/>
            </p:cNvSpPr>
            <p:nvPr/>
          </p:nvSpPr>
          <p:spPr bwMode="auto">
            <a:xfrm flipH="1" flipV="1">
              <a:off x="407" y="1201"/>
              <a:ext cx="102"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sp>
          <p:nvSpPr>
            <p:cNvPr id="11326" name="Line 25">
              <a:extLst>
                <a:ext uri="{FF2B5EF4-FFF2-40B4-BE49-F238E27FC236}">
                  <a16:creationId xmlns:a16="http://schemas.microsoft.com/office/drawing/2014/main" id="{7CC524BC-9092-ED13-307B-F056442B6F6F}"/>
                </a:ext>
              </a:extLst>
            </p:cNvPr>
            <p:cNvSpPr>
              <a:spLocks noChangeShapeType="1"/>
            </p:cNvSpPr>
            <p:nvPr/>
          </p:nvSpPr>
          <p:spPr bwMode="auto">
            <a:xfrm flipH="1">
              <a:off x="331" y="1344"/>
              <a:ext cx="72" cy="10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sp>
          <p:nvSpPr>
            <p:cNvPr id="11327" name="Line 26">
              <a:extLst>
                <a:ext uri="{FF2B5EF4-FFF2-40B4-BE49-F238E27FC236}">
                  <a16:creationId xmlns:a16="http://schemas.microsoft.com/office/drawing/2014/main" id="{0FC3E3E2-ACF6-CB51-3E03-7D0B7BEF7CAB}"/>
                </a:ext>
              </a:extLst>
            </p:cNvPr>
            <p:cNvSpPr>
              <a:spLocks noChangeShapeType="1"/>
            </p:cNvSpPr>
            <p:nvPr/>
          </p:nvSpPr>
          <p:spPr bwMode="auto">
            <a:xfrm flipH="1" flipV="1">
              <a:off x="403" y="1344"/>
              <a:ext cx="46" cy="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sp>
          <p:nvSpPr>
            <p:cNvPr id="11328" name="Line 27">
              <a:extLst>
                <a:ext uri="{FF2B5EF4-FFF2-40B4-BE49-F238E27FC236}">
                  <a16:creationId xmlns:a16="http://schemas.microsoft.com/office/drawing/2014/main" id="{2F3042C4-BAB6-B91F-137F-0247BC1EF88D}"/>
                </a:ext>
              </a:extLst>
            </p:cNvPr>
            <p:cNvSpPr>
              <a:spLocks noChangeShapeType="1"/>
            </p:cNvSpPr>
            <p:nvPr/>
          </p:nvSpPr>
          <p:spPr bwMode="auto">
            <a:xfrm>
              <a:off x="403" y="1162"/>
              <a:ext cx="0" cy="1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grpSp>
      <p:pic>
        <p:nvPicPr>
          <p:cNvPr id="7" name="Imagen 6">
            <a:extLst>
              <a:ext uri="{FF2B5EF4-FFF2-40B4-BE49-F238E27FC236}">
                <a16:creationId xmlns:a16="http://schemas.microsoft.com/office/drawing/2014/main" id="{D7728555-13FB-0EBD-4928-235532328693}"/>
              </a:ext>
            </a:extLst>
          </p:cNvPr>
          <p:cNvPicPr>
            <a:picLocks noChangeAspect="1"/>
          </p:cNvPicPr>
          <p:nvPr/>
        </p:nvPicPr>
        <p:blipFill>
          <a:blip r:embed="rId5"/>
          <a:stretch>
            <a:fillRect/>
          </a:stretch>
        </p:blipFill>
        <p:spPr>
          <a:xfrm>
            <a:off x="6366405" y="1543576"/>
            <a:ext cx="816925" cy="1375874"/>
          </a:xfrm>
          <a:prstGeom prst="rect">
            <a:avLst/>
          </a:prstGeom>
        </p:spPr>
      </p:pic>
      <p:grpSp>
        <p:nvGrpSpPr>
          <p:cNvPr id="8" name="Group 108">
            <a:extLst>
              <a:ext uri="{FF2B5EF4-FFF2-40B4-BE49-F238E27FC236}">
                <a16:creationId xmlns:a16="http://schemas.microsoft.com/office/drawing/2014/main" id="{C8BD53FB-E3D5-E47C-5AB4-F6FFFCD0E032}"/>
              </a:ext>
            </a:extLst>
          </p:cNvPr>
          <p:cNvGrpSpPr>
            <a:grpSpLocks/>
          </p:cNvGrpSpPr>
          <p:nvPr/>
        </p:nvGrpSpPr>
        <p:grpSpPr bwMode="auto">
          <a:xfrm>
            <a:off x="4745562" y="1543576"/>
            <a:ext cx="318309" cy="656737"/>
            <a:chOff x="1369" y="935"/>
            <a:chExt cx="196" cy="424"/>
          </a:xfrm>
        </p:grpSpPr>
        <p:sp>
          <p:nvSpPr>
            <p:cNvPr id="9" name="Oval 88">
              <a:extLst>
                <a:ext uri="{FF2B5EF4-FFF2-40B4-BE49-F238E27FC236}">
                  <a16:creationId xmlns:a16="http://schemas.microsoft.com/office/drawing/2014/main" id="{3A143FBB-88B4-78B3-C4A4-EA2671E511FE}"/>
                </a:ext>
              </a:extLst>
            </p:cNvPr>
            <p:cNvSpPr>
              <a:spLocks noChangeArrowheads="1"/>
            </p:cNvSpPr>
            <p:nvPr/>
          </p:nvSpPr>
          <p:spPr bwMode="auto">
            <a:xfrm>
              <a:off x="1396" y="935"/>
              <a:ext cx="154" cy="136"/>
            </a:xfrm>
            <a:prstGeom prst="ellipse">
              <a:avLst/>
            </a:prstGeom>
            <a:solidFill>
              <a:srgbClr val="C00000"/>
            </a:solidFill>
            <a:ln w="9525" algn="ctr">
              <a:solidFill>
                <a:schemeClr val="tx1"/>
              </a:solidFill>
              <a:round/>
              <a:headEnd/>
              <a:tailEnd/>
            </a:ln>
          </p:spPr>
          <p:txBody>
            <a:bodyPr anchor="ctr">
              <a:spAutoFit/>
            </a:bodyPr>
            <a:lstStyle>
              <a:lvl1pPr>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endParaRPr lang="es-AR" altLang="es-AR" sz="1400">
                <a:solidFill>
                  <a:schemeClr val="folHlink"/>
                </a:solidFill>
              </a:endParaRPr>
            </a:p>
          </p:txBody>
        </p:sp>
        <p:sp>
          <p:nvSpPr>
            <p:cNvPr id="10" name="Line 89">
              <a:extLst>
                <a:ext uri="{FF2B5EF4-FFF2-40B4-BE49-F238E27FC236}">
                  <a16:creationId xmlns:a16="http://schemas.microsoft.com/office/drawing/2014/main" id="{E5C6C280-E1AD-7526-E5F5-0DF16F206DF6}"/>
                </a:ext>
              </a:extLst>
            </p:cNvPr>
            <p:cNvSpPr>
              <a:spLocks noChangeShapeType="1"/>
            </p:cNvSpPr>
            <p:nvPr/>
          </p:nvSpPr>
          <p:spPr bwMode="auto">
            <a:xfrm flipH="1">
              <a:off x="1369" y="1116"/>
              <a:ext cx="90"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sp>
          <p:nvSpPr>
            <p:cNvPr id="11" name="Line 90">
              <a:extLst>
                <a:ext uri="{FF2B5EF4-FFF2-40B4-BE49-F238E27FC236}">
                  <a16:creationId xmlns:a16="http://schemas.microsoft.com/office/drawing/2014/main" id="{CBA981B7-A7E4-B18F-95D8-3CCF53B170E8}"/>
                </a:ext>
              </a:extLst>
            </p:cNvPr>
            <p:cNvSpPr>
              <a:spLocks noChangeShapeType="1"/>
            </p:cNvSpPr>
            <p:nvPr/>
          </p:nvSpPr>
          <p:spPr bwMode="auto">
            <a:xfrm flipH="1" flipV="1">
              <a:off x="1463" y="1110"/>
              <a:ext cx="102"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sp>
          <p:nvSpPr>
            <p:cNvPr id="12" name="Line 91">
              <a:extLst>
                <a:ext uri="{FF2B5EF4-FFF2-40B4-BE49-F238E27FC236}">
                  <a16:creationId xmlns:a16="http://schemas.microsoft.com/office/drawing/2014/main" id="{59A61E10-92A7-75E6-688F-3DBA54050114}"/>
                </a:ext>
              </a:extLst>
            </p:cNvPr>
            <p:cNvSpPr>
              <a:spLocks noChangeShapeType="1"/>
            </p:cNvSpPr>
            <p:nvPr/>
          </p:nvSpPr>
          <p:spPr bwMode="auto">
            <a:xfrm flipH="1">
              <a:off x="1387" y="1253"/>
              <a:ext cx="72" cy="10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sp>
          <p:nvSpPr>
            <p:cNvPr id="15" name="Line 92">
              <a:extLst>
                <a:ext uri="{FF2B5EF4-FFF2-40B4-BE49-F238E27FC236}">
                  <a16:creationId xmlns:a16="http://schemas.microsoft.com/office/drawing/2014/main" id="{9F0C91CE-77C5-7484-A982-2228028FA80E}"/>
                </a:ext>
              </a:extLst>
            </p:cNvPr>
            <p:cNvSpPr>
              <a:spLocks noChangeShapeType="1"/>
            </p:cNvSpPr>
            <p:nvPr/>
          </p:nvSpPr>
          <p:spPr bwMode="auto">
            <a:xfrm flipH="1" flipV="1">
              <a:off x="1459" y="1253"/>
              <a:ext cx="46" cy="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sp>
          <p:nvSpPr>
            <p:cNvPr id="16" name="Line 93">
              <a:extLst>
                <a:ext uri="{FF2B5EF4-FFF2-40B4-BE49-F238E27FC236}">
                  <a16:creationId xmlns:a16="http://schemas.microsoft.com/office/drawing/2014/main" id="{BF333887-3FC0-3137-6871-DBDCD756B0F6}"/>
                </a:ext>
              </a:extLst>
            </p:cNvPr>
            <p:cNvSpPr>
              <a:spLocks noChangeShapeType="1"/>
            </p:cNvSpPr>
            <p:nvPr/>
          </p:nvSpPr>
          <p:spPr bwMode="auto">
            <a:xfrm>
              <a:off x="1459" y="1071"/>
              <a:ext cx="0" cy="1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grpSp>
      <p:sp>
        <p:nvSpPr>
          <p:cNvPr id="17" name="Elipse 16">
            <a:extLst>
              <a:ext uri="{FF2B5EF4-FFF2-40B4-BE49-F238E27FC236}">
                <a16:creationId xmlns:a16="http://schemas.microsoft.com/office/drawing/2014/main" id="{75AEFB78-66B4-F8BB-3978-783F812F1E13}"/>
              </a:ext>
            </a:extLst>
          </p:cNvPr>
          <p:cNvSpPr/>
          <p:nvPr/>
        </p:nvSpPr>
        <p:spPr bwMode="auto">
          <a:xfrm>
            <a:off x="4960168" y="2004132"/>
            <a:ext cx="1719451" cy="779026"/>
          </a:xfrm>
          <a:prstGeom prst="ellipse">
            <a:avLst/>
          </a:prstGeom>
          <a:solidFill>
            <a:srgbClr val="5B82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s-AR" sz="1000" b="1" i="0" u="none" strike="noStrike" cap="none" normalizeH="0" baseline="0" dirty="0">
                <a:ln>
                  <a:noFill/>
                </a:ln>
                <a:solidFill>
                  <a:schemeClr val="accent5">
                    <a:lumMod val="25000"/>
                  </a:schemeClr>
                </a:solidFill>
                <a:effectLst/>
              </a:rPr>
              <a:t>Software</a:t>
            </a:r>
          </a:p>
          <a:p>
            <a:pPr marL="0" marR="0" indent="0" algn="l" defTabSz="914400" rtl="0" eaLnBrk="1" fontAlgn="base" latinLnBrk="0" hangingPunct="1">
              <a:lnSpc>
                <a:spcPct val="100000"/>
              </a:lnSpc>
              <a:spcBef>
                <a:spcPct val="0"/>
              </a:spcBef>
              <a:spcAft>
                <a:spcPct val="0"/>
              </a:spcAft>
              <a:buClrTx/>
              <a:buSzTx/>
              <a:buFontTx/>
              <a:buNone/>
              <a:tabLst/>
            </a:pPr>
            <a:r>
              <a:rPr lang="es-AR" sz="1000" dirty="0">
                <a:solidFill>
                  <a:schemeClr val="accent5">
                    <a:lumMod val="25000"/>
                  </a:schemeClr>
                </a:solidFill>
              </a:rPr>
              <a:t>Herramientas de administración</a:t>
            </a:r>
            <a:endParaRPr kumimoji="0" lang="es-AR" sz="1000" b="0" i="0" u="none" strike="noStrike" cap="none" normalizeH="0" baseline="0" dirty="0">
              <a:ln>
                <a:noFill/>
              </a:ln>
              <a:solidFill>
                <a:schemeClr val="accent5">
                  <a:lumMod val="25000"/>
                </a:schemeClr>
              </a:solidFill>
              <a:effectLst/>
            </a:endParaRPr>
          </a:p>
        </p:txBody>
      </p:sp>
      <p:sp>
        <p:nvSpPr>
          <p:cNvPr id="3" name="2 Rectángulo">
            <a:extLst>
              <a:ext uri="{FF2B5EF4-FFF2-40B4-BE49-F238E27FC236}">
                <a16:creationId xmlns:a16="http://schemas.microsoft.com/office/drawing/2014/main" id="{64C98583-34E2-2060-7C91-829D3935242B}"/>
              </a:ext>
            </a:extLst>
          </p:cNvPr>
          <p:cNvSpPr>
            <a:spLocks noChangeArrowheads="1"/>
          </p:cNvSpPr>
          <p:nvPr/>
        </p:nvSpPr>
        <p:spPr bwMode="auto">
          <a:xfrm>
            <a:off x="6465493" y="2879642"/>
            <a:ext cx="2381180" cy="3539430"/>
          </a:xfrm>
          <a:prstGeom prst="rect">
            <a:avLst/>
          </a:prstGeom>
          <a:solidFill>
            <a:srgbClr val="00B0F0"/>
          </a:solidFill>
          <a:ln>
            <a:noFill/>
          </a:ln>
        </p:spPr>
        <p:txBody>
          <a:bodyPr wrap="square">
            <a:spAutoFit/>
          </a:bodyPr>
          <a:lstStyle>
            <a:lvl1pPr marL="174625" indent="-174625">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 typeface="Arial" charset="0"/>
              <a:buChar char="•"/>
            </a:pPr>
            <a:r>
              <a:rPr lang="es-ES" altLang="es-AR" sz="1400" dirty="0"/>
              <a:t>Define </a:t>
            </a:r>
            <a:r>
              <a:rPr lang="es-ES" altLang="es-AR" sz="1400" b="1" dirty="0"/>
              <a:t>esquema</a:t>
            </a:r>
            <a:r>
              <a:rPr lang="es-ES" altLang="es-AR" sz="1400" dirty="0"/>
              <a:t> (crea y mantiene)</a:t>
            </a:r>
          </a:p>
          <a:p>
            <a:pPr eaLnBrk="1" hangingPunct="1">
              <a:spcBef>
                <a:spcPct val="0"/>
              </a:spcBef>
              <a:buClrTx/>
              <a:buSzTx/>
              <a:buFont typeface="Arial" charset="0"/>
              <a:buChar char="•"/>
            </a:pPr>
            <a:r>
              <a:rPr lang="es-ES" altLang="es-AR" sz="1400" dirty="0"/>
              <a:t>Elige </a:t>
            </a:r>
            <a:r>
              <a:rPr lang="es-ES" altLang="es-AR" sz="1400" b="1" dirty="0"/>
              <a:t>estructuras </a:t>
            </a:r>
            <a:r>
              <a:rPr lang="es-ES" altLang="es-AR" sz="1400" dirty="0"/>
              <a:t>y métodos de acceso del DBMS.</a:t>
            </a:r>
          </a:p>
          <a:p>
            <a:pPr eaLnBrk="1" hangingPunct="1">
              <a:spcBef>
                <a:spcPct val="0"/>
              </a:spcBef>
              <a:buClrTx/>
              <a:buSzTx/>
              <a:buFont typeface="Arial" charset="0"/>
              <a:buChar char="•"/>
            </a:pPr>
            <a:r>
              <a:rPr lang="es-ES" altLang="es-AR" sz="1400" b="1" dirty="0"/>
              <a:t>Autorizaciones</a:t>
            </a:r>
          </a:p>
          <a:p>
            <a:pPr eaLnBrk="1" hangingPunct="1">
              <a:spcBef>
                <a:spcPct val="0"/>
              </a:spcBef>
              <a:buClrTx/>
              <a:buSzTx/>
              <a:buFont typeface="Arial" charset="0"/>
              <a:buChar char="•"/>
            </a:pPr>
            <a:r>
              <a:rPr lang="es-ES" altLang="es-AR" sz="1400" b="1" dirty="0" err="1"/>
              <a:t>Backup</a:t>
            </a:r>
            <a:r>
              <a:rPr lang="es-ES" altLang="es-AR" sz="1400" dirty="0"/>
              <a:t>, </a:t>
            </a:r>
          </a:p>
          <a:p>
            <a:pPr eaLnBrk="1" hangingPunct="1">
              <a:spcBef>
                <a:spcPct val="0"/>
              </a:spcBef>
              <a:buClrTx/>
              <a:buSzTx/>
              <a:buFont typeface="Arial" charset="0"/>
              <a:buChar char="•"/>
            </a:pPr>
            <a:r>
              <a:rPr lang="es-ES" altLang="es-AR" sz="1400" b="1" dirty="0" err="1"/>
              <a:t>Tunning</a:t>
            </a:r>
            <a:r>
              <a:rPr lang="es-ES" altLang="es-AR" sz="1400" dirty="0"/>
              <a:t> – índices, asignar  memoria, proponer rediseño o rescritura de consultas, etc. </a:t>
            </a:r>
          </a:p>
          <a:p>
            <a:pPr eaLnBrk="1" hangingPunct="1">
              <a:spcBef>
                <a:spcPct val="0"/>
              </a:spcBef>
              <a:buClrTx/>
              <a:buSzTx/>
              <a:buFont typeface="Arial" charset="0"/>
              <a:buChar char="•"/>
            </a:pPr>
            <a:r>
              <a:rPr lang="es-ES" altLang="es-AR" sz="1400" dirty="0"/>
              <a:t>Espacio en disco, reorganizaciones, particiones, etc.</a:t>
            </a:r>
          </a:p>
          <a:p>
            <a:pPr eaLnBrk="1" hangingPunct="1">
              <a:spcBef>
                <a:spcPct val="0"/>
              </a:spcBef>
              <a:buClrTx/>
              <a:buSzTx/>
              <a:buFont typeface="Arial" charset="0"/>
              <a:buChar char="•"/>
            </a:pPr>
            <a:endParaRPr lang="es-ES" altLang="es-AR" sz="1400" dirty="0"/>
          </a:p>
        </p:txBody>
      </p:sp>
      <p:sp>
        <p:nvSpPr>
          <p:cNvPr id="13" name="Rectángulo 12">
            <a:extLst>
              <a:ext uri="{FF2B5EF4-FFF2-40B4-BE49-F238E27FC236}">
                <a16:creationId xmlns:a16="http://schemas.microsoft.com/office/drawing/2014/main" id="{01FFD565-9C21-4052-4D87-3A4CD509C7BB}"/>
              </a:ext>
            </a:extLst>
          </p:cNvPr>
          <p:cNvSpPr/>
          <p:nvPr/>
        </p:nvSpPr>
        <p:spPr bwMode="auto">
          <a:xfrm>
            <a:off x="1344168" y="2705509"/>
            <a:ext cx="5089708" cy="2561339"/>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s-AR" sz="1400" b="0" i="0" u="none" strike="noStrike" cap="none" normalizeH="0" baseline="0">
              <a:ln>
                <a:noFill/>
              </a:ln>
              <a:solidFill>
                <a:schemeClr val="folHlink"/>
              </a:solidFill>
              <a:effectLst/>
              <a:latin typeface="Tahoma" pitchFamily="34" charset="0"/>
            </a:endParaRPr>
          </a:p>
        </p:txBody>
      </p:sp>
      <p:grpSp>
        <p:nvGrpSpPr>
          <p:cNvPr id="59" name="Group 108">
            <a:extLst>
              <a:ext uri="{FF2B5EF4-FFF2-40B4-BE49-F238E27FC236}">
                <a16:creationId xmlns:a16="http://schemas.microsoft.com/office/drawing/2014/main" id="{565BEBF8-5F79-B7E5-5451-B294827D27C2}"/>
              </a:ext>
            </a:extLst>
          </p:cNvPr>
          <p:cNvGrpSpPr>
            <a:grpSpLocks/>
          </p:cNvGrpSpPr>
          <p:nvPr/>
        </p:nvGrpSpPr>
        <p:grpSpPr bwMode="auto">
          <a:xfrm>
            <a:off x="3078949" y="1479028"/>
            <a:ext cx="341104" cy="732581"/>
            <a:chOff x="1369" y="935"/>
            <a:chExt cx="196" cy="424"/>
          </a:xfrm>
        </p:grpSpPr>
        <p:sp>
          <p:nvSpPr>
            <p:cNvPr id="60" name="Oval 88">
              <a:extLst>
                <a:ext uri="{FF2B5EF4-FFF2-40B4-BE49-F238E27FC236}">
                  <a16:creationId xmlns:a16="http://schemas.microsoft.com/office/drawing/2014/main" id="{6EF620A1-9CC4-49CF-CBB9-3F0E8C682022}"/>
                </a:ext>
              </a:extLst>
            </p:cNvPr>
            <p:cNvSpPr>
              <a:spLocks noChangeArrowheads="1"/>
            </p:cNvSpPr>
            <p:nvPr/>
          </p:nvSpPr>
          <p:spPr bwMode="auto">
            <a:xfrm>
              <a:off x="1396" y="935"/>
              <a:ext cx="154" cy="136"/>
            </a:xfrm>
            <a:prstGeom prst="ellipse">
              <a:avLst/>
            </a:prstGeom>
            <a:solidFill>
              <a:srgbClr val="C00000"/>
            </a:solidFill>
            <a:ln w="9525" algn="ctr">
              <a:solidFill>
                <a:schemeClr val="tx1"/>
              </a:solidFill>
              <a:round/>
              <a:headEnd/>
              <a:tailEnd/>
            </a:ln>
          </p:spPr>
          <p:txBody>
            <a:bodyPr anchor="ctr">
              <a:spAutoFit/>
            </a:bodyPr>
            <a:lstStyle>
              <a:lvl1pPr>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endParaRPr lang="es-AR" altLang="es-AR" sz="1400">
                <a:solidFill>
                  <a:schemeClr val="folHlink"/>
                </a:solidFill>
              </a:endParaRPr>
            </a:p>
          </p:txBody>
        </p:sp>
        <p:sp>
          <p:nvSpPr>
            <p:cNvPr id="61" name="Line 89">
              <a:extLst>
                <a:ext uri="{FF2B5EF4-FFF2-40B4-BE49-F238E27FC236}">
                  <a16:creationId xmlns:a16="http://schemas.microsoft.com/office/drawing/2014/main" id="{8B326E87-22CC-37AD-4D1F-029DAEE17ACF}"/>
                </a:ext>
              </a:extLst>
            </p:cNvPr>
            <p:cNvSpPr>
              <a:spLocks noChangeShapeType="1"/>
            </p:cNvSpPr>
            <p:nvPr/>
          </p:nvSpPr>
          <p:spPr bwMode="auto">
            <a:xfrm flipH="1">
              <a:off x="1369" y="1116"/>
              <a:ext cx="90"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sp>
          <p:nvSpPr>
            <p:cNvPr id="62" name="Line 90">
              <a:extLst>
                <a:ext uri="{FF2B5EF4-FFF2-40B4-BE49-F238E27FC236}">
                  <a16:creationId xmlns:a16="http://schemas.microsoft.com/office/drawing/2014/main" id="{E8661AFC-752C-0F4A-0C35-67F3E65E4D55}"/>
                </a:ext>
              </a:extLst>
            </p:cNvPr>
            <p:cNvSpPr>
              <a:spLocks noChangeShapeType="1"/>
            </p:cNvSpPr>
            <p:nvPr/>
          </p:nvSpPr>
          <p:spPr bwMode="auto">
            <a:xfrm flipH="1" flipV="1">
              <a:off x="1463" y="1110"/>
              <a:ext cx="102"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sp>
          <p:nvSpPr>
            <p:cNvPr id="63" name="Line 91">
              <a:extLst>
                <a:ext uri="{FF2B5EF4-FFF2-40B4-BE49-F238E27FC236}">
                  <a16:creationId xmlns:a16="http://schemas.microsoft.com/office/drawing/2014/main" id="{DD0419BF-9D47-F325-C2CE-AE693D11CEBA}"/>
                </a:ext>
              </a:extLst>
            </p:cNvPr>
            <p:cNvSpPr>
              <a:spLocks noChangeShapeType="1"/>
            </p:cNvSpPr>
            <p:nvPr/>
          </p:nvSpPr>
          <p:spPr bwMode="auto">
            <a:xfrm flipH="1">
              <a:off x="1387" y="1253"/>
              <a:ext cx="72" cy="10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sp>
          <p:nvSpPr>
            <p:cNvPr id="11264" name="Line 92">
              <a:extLst>
                <a:ext uri="{FF2B5EF4-FFF2-40B4-BE49-F238E27FC236}">
                  <a16:creationId xmlns:a16="http://schemas.microsoft.com/office/drawing/2014/main" id="{50F56F78-71B5-344F-5871-618266CB43ED}"/>
                </a:ext>
              </a:extLst>
            </p:cNvPr>
            <p:cNvSpPr>
              <a:spLocks noChangeShapeType="1"/>
            </p:cNvSpPr>
            <p:nvPr/>
          </p:nvSpPr>
          <p:spPr bwMode="auto">
            <a:xfrm flipH="1" flipV="1">
              <a:off x="1459" y="1253"/>
              <a:ext cx="46" cy="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sp>
          <p:nvSpPr>
            <p:cNvPr id="11265" name="Line 93">
              <a:extLst>
                <a:ext uri="{FF2B5EF4-FFF2-40B4-BE49-F238E27FC236}">
                  <a16:creationId xmlns:a16="http://schemas.microsoft.com/office/drawing/2014/main" id="{990EE613-2C39-3228-8A75-ABA344B54CA2}"/>
                </a:ext>
              </a:extLst>
            </p:cNvPr>
            <p:cNvSpPr>
              <a:spLocks noChangeShapeType="1"/>
            </p:cNvSpPr>
            <p:nvPr/>
          </p:nvSpPr>
          <p:spPr bwMode="auto">
            <a:xfrm>
              <a:off x="1459" y="1071"/>
              <a:ext cx="0" cy="1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grpSp>
      <p:sp>
        <p:nvSpPr>
          <p:cNvPr id="14" name="Rectángulo 13">
            <a:extLst>
              <a:ext uri="{FF2B5EF4-FFF2-40B4-BE49-F238E27FC236}">
                <a16:creationId xmlns:a16="http://schemas.microsoft.com/office/drawing/2014/main" id="{D7562866-B419-ECF2-D47D-93D5B3870CA8}"/>
              </a:ext>
            </a:extLst>
          </p:cNvPr>
          <p:cNvSpPr/>
          <p:nvPr/>
        </p:nvSpPr>
        <p:spPr bwMode="auto">
          <a:xfrm>
            <a:off x="162716" y="2864581"/>
            <a:ext cx="6020421" cy="227918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s-AR" sz="1400" b="0" i="0" u="none" strike="noStrike" cap="none" normalizeH="0" baseline="0">
              <a:ln>
                <a:noFill/>
              </a:ln>
              <a:solidFill>
                <a:schemeClr val="folHlink"/>
              </a:solidFill>
              <a:effectLst/>
              <a:latin typeface="Tahoma" pitchFamily="34" charset="0"/>
            </a:endParaRPr>
          </a:p>
        </p:txBody>
      </p:sp>
      <p:grpSp>
        <p:nvGrpSpPr>
          <p:cNvPr id="11306" name="Group 108">
            <a:extLst>
              <a:ext uri="{FF2B5EF4-FFF2-40B4-BE49-F238E27FC236}">
                <a16:creationId xmlns:a16="http://schemas.microsoft.com/office/drawing/2014/main" id="{CD1DE83C-ABE2-723D-F2A1-68879E1FB092}"/>
              </a:ext>
            </a:extLst>
          </p:cNvPr>
          <p:cNvGrpSpPr>
            <a:grpSpLocks/>
          </p:cNvGrpSpPr>
          <p:nvPr/>
        </p:nvGrpSpPr>
        <p:grpSpPr bwMode="auto">
          <a:xfrm>
            <a:off x="579740" y="3488080"/>
            <a:ext cx="293757" cy="470950"/>
            <a:chOff x="1369" y="935"/>
            <a:chExt cx="196" cy="424"/>
          </a:xfrm>
        </p:grpSpPr>
        <p:sp>
          <p:nvSpPr>
            <p:cNvPr id="11317" name="Oval 88">
              <a:extLst>
                <a:ext uri="{FF2B5EF4-FFF2-40B4-BE49-F238E27FC236}">
                  <a16:creationId xmlns:a16="http://schemas.microsoft.com/office/drawing/2014/main" id="{60B9E454-FFDC-93B9-FC98-F67E8F0F1184}"/>
                </a:ext>
              </a:extLst>
            </p:cNvPr>
            <p:cNvSpPr>
              <a:spLocks noChangeArrowheads="1"/>
            </p:cNvSpPr>
            <p:nvPr/>
          </p:nvSpPr>
          <p:spPr bwMode="auto">
            <a:xfrm>
              <a:off x="1396" y="935"/>
              <a:ext cx="154" cy="136"/>
            </a:xfrm>
            <a:prstGeom prst="ellipse">
              <a:avLst/>
            </a:prstGeom>
            <a:solidFill>
              <a:schemeClr val="accent1">
                <a:lumMod val="60000"/>
                <a:lumOff val="40000"/>
              </a:schemeClr>
            </a:solidFill>
            <a:ln w="9525" algn="ctr">
              <a:solidFill>
                <a:schemeClr val="tx1"/>
              </a:solidFill>
              <a:round/>
              <a:headEnd/>
              <a:tailEnd/>
            </a:ln>
          </p:spPr>
          <p:txBody>
            <a:bodyPr anchor="ctr">
              <a:spAutoFit/>
            </a:bodyPr>
            <a:lstStyle>
              <a:lvl1pPr>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endParaRPr lang="es-AR" altLang="es-AR" sz="1400" dirty="0">
                <a:solidFill>
                  <a:schemeClr val="folHlink"/>
                </a:solidFill>
              </a:endParaRPr>
            </a:p>
          </p:txBody>
        </p:sp>
        <p:sp>
          <p:nvSpPr>
            <p:cNvPr id="11318" name="Line 89">
              <a:extLst>
                <a:ext uri="{FF2B5EF4-FFF2-40B4-BE49-F238E27FC236}">
                  <a16:creationId xmlns:a16="http://schemas.microsoft.com/office/drawing/2014/main" id="{3845B8B9-62E2-4CA6-3B57-E707AD6E5C0D}"/>
                </a:ext>
              </a:extLst>
            </p:cNvPr>
            <p:cNvSpPr>
              <a:spLocks noChangeShapeType="1"/>
            </p:cNvSpPr>
            <p:nvPr/>
          </p:nvSpPr>
          <p:spPr bwMode="auto">
            <a:xfrm flipH="1">
              <a:off x="1369" y="1116"/>
              <a:ext cx="90"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sp>
          <p:nvSpPr>
            <p:cNvPr id="11319" name="Line 90">
              <a:extLst>
                <a:ext uri="{FF2B5EF4-FFF2-40B4-BE49-F238E27FC236}">
                  <a16:creationId xmlns:a16="http://schemas.microsoft.com/office/drawing/2014/main" id="{28814F22-690F-70DD-DA8E-8E06EABD0313}"/>
                </a:ext>
              </a:extLst>
            </p:cNvPr>
            <p:cNvSpPr>
              <a:spLocks noChangeShapeType="1"/>
            </p:cNvSpPr>
            <p:nvPr/>
          </p:nvSpPr>
          <p:spPr bwMode="auto">
            <a:xfrm flipH="1" flipV="1">
              <a:off x="1463" y="1110"/>
              <a:ext cx="102"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sp>
          <p:nvSpPr>
            <p:cNvPr id="11320" name="Line 91">
              <a:extLst>
                <a:ext uri="{FF2B5EF4-FFF2-40B4-BE49-F238E27FC236}">
                  <a16:creationId xmlns:a16="http://schemas.microsoft.com/office/drawing/2014/main" id="{3E50B860-2D26-09B3-8FD8-6F41AA6682B4}"/>
                </a:ext>
              </a:extLst>
            </p:cNvPr>
            <p:cNvSpPr>
              <a:spLocks noChangeShapeType="1"/>
            </p:cNvSpPr>
            <p:nvPr/>
          </p:nvSpPr>
          <p:spPr bwMode="auto">
            <a:xfrm flipH="1">
              <a:off x="1387" y="1253"/>
              <a:ext cx="72" cy="10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sp>
          <p:nvSpPr>
            <p:cNvPr id="11321" name="Line 92">
              <a:extLst>
                <a:ext uri="{FF2B5EF4-FFF2-40B4-BE49-F238E27FC236}">
                  <a16:creationId xmlns:a16="http://schemas.microsoft.com/office/drawing/2014/main" id="{89D0D095-E0F7-1735-CC15-60728156192F}"/>
                </a:ext>
              </a:extLst>
            </p:cNvPr>
            <p:cNvSpPr>
              <a:spLocks noChangeShapeType="1"/>
            </p:cNvSpPr>
            <p:nvPr/>
          </p:nvSpPr>
          <p:spPr bwMode="auto">
            <a:xfrm flipH="1" flipV="1">
              <a:off x="1459" y="1253"/>
              <a:ext cx="46" cy="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sp>
          <p:nvSpPr>
            <p:cNvPr id="11322" name="Line 93">
              <a:extLst>
                <a:ext uri="{FF2B5EF4-FFF2-40B4-BE49-F238E27FC236}">
                  <a16:creationId xmlns:a16="http://schemas.microsoft.com/office/drawing/2014/main" id="{0D60FCB9-C806-E56B-1E5D-0B45D20D3F13}"/>
                </a:ext>
              </a:extLst>
            </p:cNvPr>
            <p:cNvSpPr>
              <a:spLocks noChangeShapeType="1"/>
            </p:cNvSpPr>
            <p:nvPr/>
          </p:nvSpPr>
          <p:spPr bwMode="auto">
            <a:xfrm>
              <a:off x="1459" y="1071"/>
              <a:ext cx="0" cy="1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grpSp>
      <p:sp>
        <p:nvSpPr>
          <p:cNvPr id="22" name="CuadroTexto 21">
            <a:extLst>
              <a:ext uri="{FF2B5EF4-FFF2-40B4-BE49-F238E27FC236}">
                <a16:creationId xmlns:a16="http://schemas.microsoft.com/office/drawing/2014/main" id="{2F057FF8-08BC-C47A-0650-0BF81A6A72F4}"/>
              </a:ext>
            </a:extLst>
          </p:cNvPr>
          <p:cNvSpPr txBox="1"/>
          <p:nvPr/>
        </p:nvSpPr>
        <p:spPr>
          <a:xfrm>
            <a:off x="1321687" y="3052903"/>
            <a:ext cx="4572000" cy="2031325"/>
          </a:xfrm>
          <a:prstGeom prst="rect">
            <a:avLst/>
          </a:prstGeom>
          <a:noFill/>
        </p:spPr>
        <p:txBody>
          <a:bodyPr wrap="square">
            <a:spAutoFit/>
          </a:bodyPr>
          <a:lstStyle/>
          <a:p>
            <a:pPr marL="285750" indent="-285750">
              <a:buFont typeface="Arial" panose="020B0604020202020204" pitchFamily="34" charset="0"/>
              <a:buChar char="•"/>
            </a:pPr>
            <a:r>
              <a:rPr lang="es-AR" dirty="0">
                <a:solidFill>
                  <a:schemeClr val="accent1">
                    <a:lumMod val="50000"/>
                  </a:schemeClr>
                </a:solidFill>
              </a:rPr>
              <a:t>Analista de Datos (Data </a:t>
            </a:r>
            <a:r>
              <a:rPr lang="es-AR" dirty="0" err="1">
                <a:solidFill>
                  <a:schemeClr val="accent1">
                    <a:lumMod val="50000"/>
                  </a:schemeClr>
                </a:solidFill>
              </a:rPr>
              <a:t>Analyst</a:t>
            </a:r>
            <a:r>
              <a:rPr lang="es-AR" dirty="0">
                <a:solidFill>
                  <a:schemeClr val="accent1">
                    <a:lumMod val="50000"/>
                  </a:schemeClr>
                </a:solidFill>
              </a:rPr>
              <a:t>)</a:t>
            </a:r>
          </a:p>
          <a:p>
            <a:pPr marL="285750" indent="-285750">
              <a:buFont typeface="Arial" panose="020B0604020202020204" pitchFamily="34" charset="0"/>
              <a:buChar char="•"/>
            </a:pPr>
            <a:r>
              <a:rPr lang="es-AR" dirty="0">
                <a:solidFill>
                  <a:schemeClr val="accent1">
                    <a:lumMod val="50000"/>
                  </a:schemeClr>
                </a:solidFill>
              </a:rPr>
              <a:t>Ingeniero de Datos (Data </a:t>
            </a:r>
            <a:r>
              <a:rPr lang="es-AR" dirty="0" err="1">
                <a:solidFill>
                  <a:schemeClr val="accent1">
                    <a:lumMod val="50000"/>
                  </a:schemeClr>
                </a:solidFill>
              </a:rPr>
              <a:t>Engineering</a:t>
            </a:r>
            <a:r>
              <a:rPr lang="es-AR" dirty="0">
                <a:solidFill>
                  <a:schemeClr val="accent1">
                    <a:lumMod val="50000"/>
                  </a:schemeClr>
                </a:solidFill>
              </a:rPr>
              <a:t>)</a:t>
            </a:r>
          </a:p>
          <a:p>
            <a:pPr marL="285750" indent="-285750">
              <a:buFont typeface="Arial" panose="020B0604020202020204" pitchFamily="34" charset="0"/>
              <a:buChar char="•"/>
            </a:pPr>
            <a:r>
              <a:rPr lang="es-AR" dirty="0">
                <a:solidFill>
                  <a:schemeClr val="accent1">
                    <a:lumMod val="50000"/>
                  </a:schemeClr>
                </a:solidFill>
              </a:rPr>
              <a:t>Científico de datos (Data </a:t>
            </a:r>
            <a:r>
              <a:rPr lang="es-AR" dirty="0" err="1">
                <a:solidFill>
                  <a:schemeClr val="accent1">
                    <a:lumMod val="50000"/>
                  </a:schemeClr>
                </a:solidFill>
              </a:rPr>
              <a:t>Scientist</a:t>
            </a:r>
            <a:r>
              <a:rPr lang="es-AR" dirty="0">
                <a:solidFill>
                  <a:schemeClr val="accent1">
                    <a:lumMod val="50000"/>
                  </a:schemeClr>
                </a:solidFill>
              </a:rPr>
              <a:t>)</a:t>
            </a:r>
          </a:p>
          <a:p>
            <a:pPr marL="285750" indent="-285750">
              <a:buFont typeface="Arial" panose="020B0604020202020204" pitchFamily="34" charset="0"/>
              <a:buChar char="•"/>
            </a:pPr>
            <a:r>
              <a:rPr lang="es-AR" dirty="0">
                <a:solidFill>
                  <a:schemeClr val="accent1">
                    <a:lumMod val="50000"/>
                  </a:schemeClr>
                </a:solidFill>
              </a:rPr>
              <a:t>Arquitecto de datos (Data </a:t>
            </a:r>
            <a:r>
              <a:rPr lang="es-AR" dirty="0" err="1">
                <a:solidFill>
                  <a:schemeClr val="accent1">
                    <a:lumMod val="50000"/>
                  </a:schemeClr>
                </a:solidFill>
              </a:rPr>
              <a:t>Arquitect</a:t>
            </a:r>
            <a:r>
              <a:rPr lang="es-AR" dirty="0">
                <a:solidFill>
                  <a:schemeClr val="accent1">
                    <a:lumMod val="50000"/>
                  </a:schemeClr>
                </a:solidFill>
              </a:rPr>
              <a:t>)</a:t>
            </a:r>
          </a:p>
          <a:p>
            <a:pPr marL="285750" indent="-285750">
              <a:buFont typeface="Arial" panose="020B0604020202020204" pitchFamily="34" charset="0"/>
              <a:buChar char="•"/>
            </a:pPr>
            <a:r>
              <a:rPr lang="es-AR" dirty="0">
                <a:solidFill>
                  <a:schemeClr val="accent1">
                    <a:lumMod val="50000"/>
                  </a:schemeClr>
                </a:solidFill>
              </a:rPr>
              <a:t>Director Ejecutivo de Data (CDO) </a:t>
            </a:r>
          </a:p>
          <a:p>
            <a:pPr marL="285750" indent="-285750">
              <a:buFont typeface="Arial" panose="020B0604020202020204" pitchFamily="34" charset="0"/>
              <a:buChar char="•"/>
            </a:pPr>
            <a:r>
              <a:rPr lang="es-AR" dirty="0">
                <a:solidFill>
                  <a:schemeClr val="accent1">
                    <a:lumMod val="50000"/>
                  </a:schemeClr>
                </a:solidFill>
              </a:rPr>
              <a:t>Curador de datos</a:t>
            </a:r>
          </a:p>
          <a:p>
            <a:pPr marL="285750" indent="-285750">
              <a:buFont typeface="Arial" panose="020B0604020202020204" pitchFamily="34" charset="0"/>
              <a:buChar char="•"/>
            </a:pPr>
            <a:r>
              <a:rPr lang="es-AR" dirty="0">
                <a:solidFill>
                  <a:schemeClr val="accent1">
                    <a:lumMod val="50000"/>
                  </a:schemeClr>
                </a:solidFill>
              </a:rPr>
              <a:t>Custodio de datos</a:t>
            </a:r>
          </a:p>
          <a:p>
            <a:pPr marL="285750" indent="-285750">
              <a:buFont typeface="Arial" panose="020B0604020202020204" pitchFamily="34" charset="0"/>
              <a:buChar char="•"/>
            </a:pPr>
            <a:r>
              <a:rPr lang="es-AR" dirty="0">
                <a:solidFill>
                  <a:schemeClr val="accent1">
                    <a:lumMod val="50000"/>
                  </a:schemeClr>
                </a:solidFill>
              </a:rPr>
              <a:t>Propietario de datos</a:t>
            </a:r>
          </a:p>
          <a:p>
            <a:pPr marL="285750" indent="-285750">
              <a:buFont typeface="Arial" panose="020B0604020202020204" pitchFamily="34" charset="0"/>
              <a:buChar char="•"/>
            </a:pPr>
            <a:r>
              <a:rPr lang="es-AR" dirty="0">
                <a:solidFill>
                  <a:schemeClr val="accent1">
                    <a:lumMod val="50000"/>
                  </a:schemeClr>
                </a:solidFill>
              </a:rPr>
              <a:t>Gerente de producto de datos</a:t>
            </a:r>
          </a:p>
        </p:txBody>
      </p:sp>
      <p:grpSp>
        <p:nvGrpSpPr>
          <p:cNvPr id="24" name="Group 108">
            <a:extLst>
              <a:ext uri="{FF2B5EF4-FFF2-40B4-BE49-F238E27FC236}">
                <a16:creationId xmlns:a16="http://schemas.microsoft.com/office/drawing/2014/main" id="{AAA9697E-C160-5AC8-2A8C-C36460E37179}"/>
              </a:ext>
            </a:extLst>
          </p:cNvPr>
          <p:cNvGrpSpPr>
            <a:grpSpLocks/>
          </p:cNvGrpSpPr>
          <p:nvPr/>
        </p:nvGrpSpPr>
        <p:grpSpPr bwMode="auto">
          <a:xfrm>
            <a:off x="898421" y="3220853"/>
            <a:ext cx="293757" cy="470950"/>
            <a:chOff x="1369" y="935"/>
            <a:chExt cx="196" cy="424"/>
          </a:xfrm>
        </p:grpSpPr>
        <p:sp>
          <p:nvSpPr>
            <p:cNvPr id="25" name="Oval 88">
              <a:extLst>
                <a:ext uri="{FF2B5EF4-FFF2-40B4-BE49-F238E27FC236}">
                  <a16:creationId xmlns:a16="http://schemas.microsoft.com/office/drawing/2014/main" id="{7007EF2C-9AA1-3DAB-6922-E4B7E7A036CD}"/>
                </a:ext>
              </a:extLst>
            </p:cNvPr>
            <p:cNvSpPr>
              <a:spLocks noChangeArrowheads="1"/>
            </p:cNvSpPr>
            <p:nvPr/>
          </p:nvSpPr>
          <p:spPr bwMode="auto">
            <a:xfrm>
              <a:off x="1396" y="935"/>
              <a:ext cx="154" cy="136"/>
            </a:xfrm>
            <a:prstGeom prst="ellipse">
              <a:avLst/>
            </a:prstGeom>
            <a:solidFill>
              <a:schemeClr val="accent1">
                <a:lumMod val="60000"/>
                <a:lumOff val="40000"/>
              </a:schemeClr>
            </a:solidFill>
            <a:ln w="9525" algn="ctr">
              <a:solidFill>
                <a:schemeClr val="tx1"/>
              </a:solidFill>
              <a:round/>
              <a:headEnd/>
              <a:tailEnd/>
            </a:ln>
          </p:spPr>
          <p:txBody>
            <a:bodyPr anchor="ctr">
              <a:spAutoFit/>
            </a:bodyPr>
            <a:lstStyle>
              <a:lvl1pPr>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endParaRPr lang="es-AR" altLang="es-AR" sz="1400" dirty="0">
                <a:solidFill>
                  <a:schemeClr val="folHlink"/>
                </a:solidFill>
              </a:endParaRPr>
            </a:p>
          </p:txBody>
        </p:sp>
        <p:sp>
          <p:nvSpPr>
            <p:cNvPr id="26" name="Line 89">
              <a:extLst>
                <a:ext uri="{FF2B5EF4-FFF2-40B4-BE49-F238E27FC236}">
                  <a16:creationId xmlns:a16="http://schemas.microsoft.com/office/drawing/2014/main" id="{F6A46A68-0268-76FE-94E3-6978101B0D36}"/>
                </a:ext>
              </a:extLst>
            </p:cNvPr>
            <p:cNvSpPr>
              <a:spLocks noChangeShapeType="1"/>
            </p:cNvSpPr>
            <p:nvPr/>
          </p:nvSpPr>
          <p:spPr bwMode="auto">
            <a:xfrm flipH="1">
              <a:off x="1369" y="1116"/>
              <a:ext cx="90"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sp>
          <p:nvSpPr>
            <p:cNvPr id="27" name="Line 90">
              <a:extLst>
                <a:ext uri="{FF2B5EF4-FFF2-40B4-BE49-F238E27FC236}">
                  <a16:creationId xmlns:a16="http://schemas.microsoft.com/office/drawing/2014/main" id="{5A0E92A8-9F3A-4DAF-ECE3-942C445D65BB}"/>
                </a:ext>
              </a:extLst>
            </p:cNvPr>
            <p:cNvSpPr>
              <a:spLocks noChangeShapeType="1"/>
            </p:cNvSpPr>
            <p:nvPr/>
          </p:nvSpPr>
          <p:spPr bwMode="auto">
            <a:xfrm flipH="1" flipV="1">
              <a:off x="1463" y="1110"/>
              <a:ext cx="102"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sp>
          <p:nvSpPr>
            <p:cNvPr id="28" name="Line 91">
              <a:extLst>
                <a:ext uri="{FF2B5EF4-FFF2-40B4-BE49-F238E27FC236}">
                  <a16:creationId xmlns:a16="http://schemas.microsoft.com/office/drawing/2014/main" id="{DC760DE9-5DAD-E69C-5C7D-9357F42DBAD1}"/>
                </a:ext>
              </a:extLst>
            </p:cNvPr>
            <p:cNvSpPr>
              <a:spLocks noChangeShapeType="1"/>
            </p:cNvSpPr>
            <p:nvPr/>
          </p:nvSpPr>
          <p:spPr bwMode="auto">
            <a:xfrm flipH="1">
              <a:off x="1387" y="1253"/>
              <a:ext cx="72" cy="10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sp>
          <p:nvSpPr>
            <p:cNvPr id="29" name="Line 92">
              <a:extLst>
                <a:ext uri="{FF2B5EF4-FFF2-40B4-BE49-F238E27FC236}">
                  <a16:creationId xmlns:a16="http://schemas.microsoft.com/office/drawing/2014/main" id="{2B24371A-4432-13CA-622C-DAD5AE2A002C}"/>
                </a:ext>
              </a:extLst>
            </p:cNvPr>
            <p:cNvSpPr>
              <a:spLocks noChangeShapeType="1"/>
            </p:cNvSpPr>
            <p:nvPr/>
          </p:nvSpPr>
          <p:spPr bwMode="auto">
            <a:xfrm flipH="1" flipV="1">
              <a:off x="1459" y="1253"/>
              <a:ext cx="46" cy="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sp>
          <p:nvSpPr>
            <p:cNvPr id="30" name="Line 93">
              <a:extLst>
                <a:ext uri="{FF2B5EF4-FFF2-40B4-BE49-F238E27FC236}">
                  <a16:creationId xmlns:a16="http://schemas.microsoft.com/office/drawing/2014/main" id="{C6F55DFD-2654-5DA7-0DB9-54EEB695C30D}"/>
                </a:ext>
              </a:extLst>
            </p:cNvPr>
            <p:cNvSpPr>
              <a:spLocks noChangeShapeType="1"/>
            </p:cNvSpPr>
            <p:nvPr/>
          </p:nvSpPr>
          <p:spPr bwMode="auto">
            <a:xfrm>
              <a:off x="1459" y="1071"/>
              <a:ext cx="0" cy="1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grpSp>
      <p:grpSp>
        <p:nvGrpSpPr>
          <p:cNvPr id="31" name="Group 108">
            <a:extLst>
              <a:ext uri="{FF2B5EF4-FFF2-40B4-BE49-F238E27FC236}">
                <a16:creationId xmlns:a16="http://schemas.microsoft.com/office/drawing/2014/main" id="{34582C1C-0946-6E82-9357-167AC07D9D55}"/>
              </a:ext>
            </a:extLst>
          </p:cNvPr>
          <p:cNvGrpSpPr>
            <a:grpSpLocks/>
          </p:cNvGrpSpPr>
          <p:nvPr/>
        </p:nvGrpSpPr>
        <p:grpSpPr bwMode="auto">
          <a:xfrm>
            <a:off x="884540" y="3792880"/>
            <a:ext cx="293757" cy="470950"/>
            <a:chOff x="1369" y="935"/>
            <a:chExt cx="196" cy="424"/>
          </a:xfrm>
        </p:grpSpPr>
        <p:sp>
          <p:nvSpPr>
            <p:cNvPr id="32" name="Oval 88">
              <a:extLst>
                <a:ext uri="{FF2B5EF4-FFF2-40B4-BE49-F238E27FC236}">
                  <a16:creationId xmlns:a16="http://schemas.microsoft.com/office/drawing/2014/main" id="{94EC429C-76DF-1990-7A83-6325B2BA419F}"/>
                </a:ext>
              </a:extLst>
            </p:cNvPr>
            <p:cNvSpPr>
              <a:spLocks noChangeArrowheads="1"/>
            </p:cNvSpPr>
            <p:nvPr/>
          </p:nvSpPr>
          <p:spPr bwMode="auto">
            <a:xfrm>
              <a:off x="1396" y="935"/>
              <a:ext cx="154" cy="136"/>
            </a:xfrm>
            <a:prstGeom prst="ellipse">
              <a:avLst/>
            </a:prstGeom>
            <a:solidFill>
              <a:schemeClr val="accent1">
                <a:lumMod val="60000"/>
                <a:lumOff val="40000"/>
              </a:schemeClr>
            </a:solidFill>
            <a:ln w="9525" algn="ctr">
              <a:solidFill>
                <a:schemeClr val="tx1"/>
              </a:solidFill>
              <a:round/>
              <a:headEnd/>
              <a:tailEnd/>
            </a:ln>
          </p:spPr>
          <p:txBody>
            <a:bodyPr anchor="ctr">
              <a:spAutoFit/>
            </a:bodyPr>
            <a:lstStyle>
              <a:lvl1pPr>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endParaRPr lang="es-AR" altLang="es-AR" sz="1400" dirty="0">
                <a:solidFill>
                  <a:schemeClr val="folHlink"/>
                </a:solidFill>
              </a:endParaRPr>
            </a:p>
          </p:txBody>
        </p:sp>
        <p:sp>
          <p:nvSpPr>
            <p:cNvPr id="33" name="Line 89">
              <a:extLst>
                <a:ext uri="{FF2B5EF4-FFF2-40B4-BE49-F238E27FC236}">
                  <a16:creationId xmlns:a16="http://schemas.microsoft.com/office/drawing/2014/main" id="{3E3B7781-5382-10A9-7BE0-13859E970660}"/>
                </a:ext>
              </a:extLst>
            </p:cNvPr>
            <p:cNvSpPr>
              <a:spLocks noChangeShapeType="1"/>
            </p:cNvSpPr>
            <p:nvPr/>
          </p:nvSpPr>
          <p:spPr bwMode="auto">
            <a:xfrm flipH="1">
              <a:off x="1369" y="1116"/>
              <a:ext cx="90"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sp>
          <p:nvSpPr>
            <p:cNvPr id="34" name="Line 90">
              <a:extLst>
                <a:ext uri="{FF2B5EF4-FFF2-40B4-BE49-F238E27FC236}">
                  <a16:creationId xmlns:a16="http://schemas.microsoft.com/office/drawing/2014/main" id="{6185BB0D-7FB6-DE7C-FC83-AFF0CECC6929}"/>
                </a:ext>
              </a:extLst>
            </p:cNvPr>
            <p:cNvSpPr>
              <a:spLocks noChangeShapeType="1"/>
            </p:cNvSpPr>
            <p:nvPr/>
          </p:nvSpPr>
          <p:spPr bwMode="auto">
            <a:xfrm flipH="1" flipV="1">
              <a:off x="1463" y="1110"/>
              <a:ext cx="102"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sp>
          <p:nvSpPr>
            <p:cNvPr id="35" name="Line 91">
              <a:extLst>
                <a:ext uri="{FF2B5EF4-FFF2-40B4-BE49-F238E27FC236}">
                  <a16:creationId xmlns:a16="http://schemas.microsoft.com/office/drawing/2014/main" id="{E1AFC2EC-84C3-5345-26E2-AD2DC1D0CB3A}"/>
                </a:ext>
              </a:extLst>
            </p:cNvPr>
            <p:cNvSpPr>
              <a:spLocks noChangeShapeType="1"/>
            </p:cNvSpPr>
            <p:nvPr/>
          </p:nvSpPr>
          <p:spPr bwMode="auto">
            <a:xfrm flipH="1">
              <a:off x="1387" y="1253"/>
              <a:ext cx="72" cy="10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sp>
          <p:nvSpPr>
            <p:cNvPr id="36" name="Line 92">
              <a:extLst>
                <a:ext uri="{FF2B5EF4-FFF2-40B4-BE49-F238E27FC236}">
                  <a16:creationId xmlns:a16="http://schemas.microsoft.com/office/drawing/2014/main" id="{467EC8ED-6B73-4422-F0E9-FAC1F6A61219}"/>
                </a:ext>
              </a:extLst>
            </p:cNvPr>
            <p:cNvSpPr>
              <a:spLocks noChangeShapeType="1"/>
            </p:cNvSpPr>
            <p:nvPr/>
          </p:nvSpPr>
          <p:spPr bwMode="auto">
            <a:xfrm flipH="1" flipV="1">
              <a:off x="1459" y="1253"/>
              <a:ext cx="46" cy="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sp>
          <p:nvSpPr>
            <p:cNvPr id="37" name="Line 93">
              <a:extLst>
                <a:ext uri="{FF2B5EF4-FFF2-40B4-BE49-F238E27FC236}">
                  <a16:creationId xmlns:a16="http://schemas.microsoft.com/office/drawing/2014/main" id="{E36538F0-79DB-73CC-85EB-554674F56946}"/>
                </a:ext>
              </a:extLst>
            </p:cNvPr>
            <p:cNvSpPr>
              <a:spLocks noChangeShapeType="1"/>
            </p:cNvSpPr>
            <p:nvPr/>
          </p:nvSpPr>
          <p:spPr bwMode="auto">
            <a:xfrm>
              <a:off x="1459" y="1071"/>
              <a:ext cx="0" cy="1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grpSp>
      <p:grpSp>
        <p:nvGrpSpPr>
          <p:cNvPr id="38" name="Group 108">
            <a:extLst>
              <a:ext uri="{FF2B5EF4-FFF2-40B4-BE49-F238E27FC236}">
                <a16:creationId xmlns:a16="http://schemas.microsoft.com/office/drawing/2014/main" id="{1203CC87-8D50-FBB6-3BF3-A1868EC72093}"/>
              </a:ext>
            </a:extLst>
          </p:cNvPr>
          <p:cNvGrpSpPr>
            <a:grpSpLocks/>
          </p:cNvGrpSpPr>
          <p:nvPr/>
        </p:nvGrpSpPr>
        <p:grpSpPr bwMode="auto">
          <a:xfrm>
            <a:off x="505827" y="3860405"/>
            <a:ext cx="293757" cy="470950"/>
            <a:chOff x="1369" y="935"/>
            <a:chExt cx="196" cy="424"/>
          </a:xfrm>
        </p:grpSpPr>
        <p:sp>
          <p:nvSpPr>
            <p:cNvPr id="39" name="Oval 88">
              <a:extLst>
                <a:ext uri="{FF2B5EF4-FFF2-40B4-BE49-F238E27FC236}">
                  <a16:creationId xmlns:a16="http://schemas.microsoft.com/office/drawing/2014/main" id="{9A892055-36A7-5930-4F2B-2CB2FD2A74F7}"/>
                </a:ext>
              </a:extLst>
            </p:cNvPr>
            <p:cNvSpPr>
              <a:spLocks noChangeArrowheads="1"/>
            </p:cNvSpPr>
            <p:nvPr/>
          </p:nvSpPr>
          <p:spPr bwMode="auto">
            <a:xfrm>
              <a:off x="1396" y="935"/>
              <a:ext cx="154" cy="136"/>
            </a:xfrm>
            <a:prstGeom prst="ellipse">
              <a:avLst/>
            </a:prstGeom>
            <a:solidFill>
              <a:schemeClr val="accent1">
                <a:lumMod val="60000"/>
                <a:lumOff val="40000"/>
              </a:schemeClr>
            </a:solidFill>
            <a:ln w="9525" algn="ctr">
              <a:solidFill>
                <a:schemeClr val="tx1"/>
              </a:solidFill>
              <a:round/>
              <a:headEnd/>
              <a:tailEnd/>
            </a:ln>
          </p:spPr>
          <p:txBody>
            <a:bodyPr anchor="ctr">
              <a:spAutoFit/>
            </a:bodyPr>
            <a:lstStyle>
              <a:lvl1pPr>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endParaRPr lang="es-AR" altLang="es-AR" sz="1400" dirty="0">
                <a:solidFill>
                  <a:schemeClr val="folHlink"/>
                </a:solidFill>
              </a:endParaRPr>
            </a:p>
          </p:txBody>
        </p:sp>
        <p:sp>
          <p:nvSpPr>
            <p:cNvPr id="40" name="Line 89">
              <a:extLst>
                <a:ext uri="{FF2B5EF4-FFF2-40B4-BE49-F238E27FC236}">
                  <a16:creationId xmlns:a16="http://schemas.microsoft.com/office/drawing/2014/main" id="{68F8D311-7214-D791-309B-81BE9272A1FC}"/>
                </a:ext>
              </a:extLst>
            </p:cNvPr>
            <p:cNvSpPr>
              <a:spLocks noChangeShapeType="1"/>
            </p:cNvSpPr>
            <p:nvPr/>
          </p:nvSpPr>
          <p:spPr bwMode="auto">
            <a:xfrm flipH="1">
              <a:off x="1369" y="1116"/>
              <a:ext cx="90"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sp>
          <p:nvSpPr>
            <p:cNvPr id="41" name="Line 90">
              <a:extLst>
                <a:ext uri="{FF2B5EF4-FFF2-40B4-BE49-F238E27FC236}">
                  <a16:creationId xmlns:a16="http://schemas.microsoft.com/office/drawing/2014/main" id="{C06675B2-6336-4477-9D99-F5D5DD9447E5}"/>
                </a:ext>
              </a:extLst>
            </p:cNvPr>
            <p:cNvSpPr>
              <a:spLocks noChangeShapeType="1"/>
            </p:cNvSpPr>
            <p:nvPr/>
          </p:nvSpPr>
          <p:spPr bwMode="auto">
            <a:xfrm flipH="1" flipV="1">
              <a:off x="1463" y="1110"/>
              <a:ext cx="102"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sp>
          <p:nvSpPr>
            <p:cNvPr id="42" name="Line 91">
              <a:extLst>
                <a:ext uri="{FF2B5EF4-FFF2-40B4-BE49-F238E27FC236}">
                  <a16:creationId xmlns:a16="http://schemas.microsoft.com/office/drawing/2014/main" id="{3F6A492B-61EC-A040-EEFB-C9229F0D0E83}"/>
                </a:ext>
              </a:extLst>
            </p:cNvPr>
            <p:cNvSpPr>
              <a:spLocks noChangeShapeType="1"/>
            </p:cNvSpPr>
            <p:nvPr/>
          </p:nvSpPr>
          <p:spPr bwMode="auto">
            <a:xfrm flipH="1">
              <a:off x="1387" y="1253"/>
              <a:ext cx="72" cy="10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sp>
          <p:nvSpPr>
            <p:cNvPr id="43" name="Line 92">
              <a:extLst>
                <a:ext uri="{FF2B5EF4-FFF2-40B4-BE49-F238E27FC236}">
                  <a16:creationId xmlns:a16="http://schemas.microsoft.com/office/drawing/2014/main" id="{C5F127F2-E81B-D787-B0EA-187AEAA8CD5C}"/>
                </a:ext>
              </a:extLst>
            </p:cNvPr>
            <p:cNvSpPr>
              <a:spLocks noChangeShapeType="1"/>
            </p:cNvSpPr>
            <p:nvPr/>
          </p:nvSpPr>
          <p:spPr bwMode="auto">
            <a:xfrm flipH="1" flipV="1">
              <a:off x="1459" y="1253"/>
              <a:ext cx="46" cy="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sp>
          <p:nvSpPr>
            <p:cNvPr id="44" name="Line 93">
              <a:extLst>
                <a:ext uri="{FF2B5EF4-FFF2-40B4-BE49-F238E27FC236}">
                  <a16:creationId xmlns:a16="http://schemas.microsoft.com/office/drawing/2014/main" id="{FC9408BC-674F-B898-1450-AFA7B308FE94}"/>
                </a:ext>
              </a:extLst>
            </p:cNvPr>
            <p:cNvSpPr>
              <a:spLocks noChangeShapeType="1"/>
            </p:cNvSpPr>
            <p:nvPr/>
          </p:nvSpPr>
          <p:spPr bwMode="auto">
            <a:xfrm>
              <a:off x="1459" y="1071"/>
              <a:ext cx="0" cy="1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grpSp>
      <p:grpSp>
        <p:nvGrpSpPr>
          <p:cNvPr id="45" name="Group 108">
            <a:extLst>
              <a:ext uri="{FF2B5EF4-FFF2-40B4-BE49-F238E27FC236}">
                <a16:creationId xmlns:a16="http://schemas.microsoft.com/office/drawing/2014/main" id="{28B1F1F3-CB08-A58D-348B-438B7D0DE3EB}"/>
              </a:ext>
            </a:extLst>
          </p:cNvPr>
          <p:cNvGrpSpPr>
            <a:grpSpLocks/>
          </p:cNvGrpSpPr>
          <p:nvPr/>
        </p:nvGrpSpPr>
        <p:grpSpPr bwMode="auto">
          <a:xfrm>
            <a:off x="404386" y="3052903"/>
            <a:ext cx="293757" cy="470950"/>
            <a:chOff x="1369" y="935"/>
            <a:chExt cx="196" cy="424"/>
          </a:xfrm>
        </p:grpSpPr>
        <p:sp>
          <p:nvSpPr>
            <p:cNvPr id="46" name="Oval 88">
              <a:extLst>
                <a:ext uri="{FF2B5EF4-FFF2-40B4-BE49-F238E27FC236}">
                  <a16:creationId xmlns:a16="http://schemas.microsoft.com/office/drawing/2014/main" id="{544FBDA2-08D8-C292-6389-4D9AA8CB9781}"/>
                </a:ext>
              </a:extLst>
            </p:cNvPr>
            <p:cNvSpPr>
              <a:spLocks noChangeArrowheads="1"/>
            </p:cNvSpPr>
            <p:nvPr/>
          </p:nvSpPr>
          <p:spPr bwMode="auto">
            <a:xfrm>
              <a:off x="1396" y="935"/>
              <a:ext cx="154" cy="136"/>
            </a:xfrm>
            <a:prstGeom prst="ellipse">
              <a:avLst/>
            </a:prstGeom>
            <a:solidFill>
              <a:schemeClr val="accent1">
                <a:lumMod val="60000"/>
                <a:lumOff val="40000"/>
              </a:schemeClr>
            </a:solidFill>
            <a:ln w="9525" algn="ctr">
              <a:solidFill>
                <a:schemeClr val="tx1"/>
              </a:solidFill>
              <a:round/>
              <a:headEnd/>
              <a:tailEnd/>
            </a:ln>
          </p:spPr>
          <p:txBody>
            <a:bodyPr anchor="ctr">
              <a:spAutoFit/>
            </a:bodyPr>
            <a:lstStyle>
              <a:lvl1pPr>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endParaRPr lang="es-AR" altLang="es-AR" sz="1400" dirty="0">
                <a:solidFill>
                  <a:schemeClr val="folHlink"/>
                </a:solidFill>
              </a:endParaRPr>
            </a:p>
          </p:txBody>
        </p:sp>
        <p:sp>
          <p:nvSpPr>
            <p:cNvPr id="47" name="Line 89">
              <a:extLst>
                <a:ext uri="{FF2B5EF4-FFF2-40B4-BE49-F238E27FC236}">
                  <a16:creationId xmlns:a16="http://schemas.microsoft.com/office/drawing/2014/main" id="{DB9AC73E-C244-E728-C05F-D908B529C552}"/>
                </a:ext>
              </a:extLst>
            </p:cNvPr>
            <p:cNvSpPr>
              <a:spLocks noChangeShapeType="1"/>
            </p:cNvSpPr>
            <p:nvPr/>
          </p:nvSpPr>
          <p:spPr bwMode="auto">
            <a:xfrm flipH="1">
              <a:off x="1369" y="1116"/>
              <a:ext cx="90"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sp>
          <p:nvSpPr>
            <p:cNvPr id="48" name="Line 90">
              <a:extLst>
                <a:ext uri="{FF2B5EF4-FFF2-40B4-BE49-F238E27FC236}">
                  <a16:creationId xmlns:a16="http://schemas.microsoft.com/office/drawing/2014/main" id="{D0AEEA0E-9868-D48F-9781-DE5C875D7508}"/>
                </a:ext>
              </a:extLst>
            </p:cNvPr>
            <p:cNvSpPr>
              <a:spLocks noChangeShapeType="1"/>
            </p:cNvSpPr>
            <p:nvPr/>
          </p:nvSpPr>
          <p:spPr bwMode="auto">
            <a:xfrm flipH="1" flipV="1">
              <a:off x="1463" y="1110"/>
              <a:ext cx="102"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sp>
          <p:nvSpPr>
            <p:cNvPr id="49" name="Line 91">
              <a:extLst>
                <a:ext uri="{FF2B5EF4-FFF2-40B4-BE49-F238E27FC236}">
                  <a16:creationId xmlns:a16="http://schemas.microsoft.com/office/drawing/2014/main" id="{621DEF43-6CB2-471B-7B83-9350469C4AFB}"/>
                </a:ext>
              </a:extLst>
            </p:cNvPr>
            <p:cNvSpPr>
              <a:spLocks noChangeShapeType="1"/>
            </p:cNvSpPr>
            <p:nvPr/>
          </p:nvSpPr>
          <p:spPr bwMode="auto">
            <a:xfrm flipH="1">
              <a:off x="1387" y="1253"/>
              <a:ext cx="72" cy="10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sp>
          <p:nvSpPr>
            <p:cNvPr id="50" name="Line 92">
              <a:extLst>
                <a:ext uri="{FF2B5EF4-FFF2-40B4-BE49-F238E27FC236}">
                  <a16:creationId xmlns:a16="http://schemas.microsoft.com/office/drawing/2014/main" id="{17CA30B0-BBB6-449E-ECB9-360B849EC27C}"/>
                </a:ext>
              </a:extLst>
            </p:cNvPr>
            <p:cNvSpPr>
              <a:spLocks noChangeShapeType="1"/>
            </p:cNvSpPr>
            <p:nvPr/>
          </p:nvSpPr>
          <p:spPr bwMode="auto">
            <a:xfrm flipH="1" flipV="1">
              <a:off x="1459" y="1253"/>
              <a:ext cx="46" cy="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sp>
          <p:nvSpPr>
            <p:cNvPr id="51" name="Line 93">
              <a:extLst>
                <a:ext uri="{FF2B5EF4-FFF2-40B4-BE49-F238E27FC236}">
                  <a16:creationId xmlns:a16="http://schemas.microsoft.com/office/drawing/2014/main" id="{1FF5D145-FEF8-3C05-1C09-0D6D8D05EAA8}"/>
                </a:ext>
              </a:extLst>
            </p:cNvPr>
            <p:cNvSpPr>
              <a:spLocks noChangeShapeType="1"/>
            </p:cNvSpPr>
            <p:nvPr/>
          </p:nvSpPr>
          <p:spPr bwMode="auto">
            <a:xfrm>
              <a:off x="1459" y="1071"/>
              <a:ext cx="0" cy="1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grpSp>
      <p:grpSp>
        <p:nvGrpSpPr>
          <p:cNvPr id="52" name="Group 108">
            <a:extLst>
              <a:ext uri="{FF2B5EF4-FFF2-40B4-BE49-F238E27FC236}">
                <a16:creationId xmlns:a16="http://schemas.microsoft.com/office/drawing/2014/main" id="{94797ECB-EE92-D17E-0D8A-3C6DEE2FF5AD}"/>
              </a:ext>
            </a:extLst>
          </p:cNvPr>
          <p:cNvGrpSpPr>
            <a:grpSpLocks/>
          </p:cNvGrpSpPr>
          <p:nvPr/>
        </p:nvGrpSpPr>
        <p:grpSpPr bwMode="auto">
          <a:xfrm>
            <a:off x="662524" y="4282290"/>
            <a:ext cx="293757" cy="470950"/>
            <a:chOff x="1369" y="935"/>
            <a:chExt cx="196" cy="424"/>
          </a:xfrm>
        </p:grpSpPr>
        <p:sp>
          <p:nvSpPr>
            <p:cNvPr id="53" name="Oval 88">
              <a:extLst>
                <a:ext uri="{FF2B5EF4-FFF2-40B4-BE49-F238E27FC236}">
                  <a16:creationId xmlns:a16="http://schemas.microsoft.com/office/drawing/2014/main" id="{822F4AD6-E9E1-6FF4-1D5A-EA8722D57DE6}"/>
                </a:ext>
              </a:extLst>
            </p:cNvPr>
            <p:cNvSpPr>
              <a:spLocks noChangeArrowheads="1"/>
            </p:cNvSpPr>
            <p:nvPr/>
          </p:nvSpPr>
          <p:spPr bwMode="auto">
            <a:xfrm>
              <a:off x="1396" y="935"/>
              <a:ext cx="154" cy="136"/>
            </a:xfrm>
            <a:prstGeom prst="ellipse">
              <a:avLst/>
            </a:prstGeom>
            <a:solidFill>
              <a:schemeClr val="accent1">
                <a:lumMod val="60000"/>
                <a:lumOff val="40000"/>
              </a:schemeClr>
            </a:solidFill>
            <a:ln w="9525" algn="ctr">
              <a:solidFill>
                <a:schemeClr val="tx1"/>
              </a:solidFill>
              <a:round/>
              <a:headEnd/>
              <a:tailEnd/>
            </a:ln>
          </p:spPr>
          <p:txBody>
            <a:bodyPr anchor="ctr">
              <a:spAutoFit/>
            </a:bodyPr>
            <a:lstStyle>
              <a:lvl1pPr>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endParaRPr lang="es-AR" altLang="es-AR" sz="1400" dirty="0">
                <a:solidFill>
                  <a:schemeClr val="folHlink"/>
                </a:solidFill>
              </a:endParaRPr>
            </a:p>
          </p:txBody>
        </p:sp>
        <p:sp>
          <p:nvSpPr>
            <p:cNvPr id="54" name="Line 89">
              <a:extLst>
                <a:ext uri="{FF2B5EF4-FFF2-40B4-BE49-F238E27FC236}">
                  <a16:creationId xmlns:a16="http://schemas.microsoft.com/office/drawing/2014/main" id="{8D1B6A8D-D840-8089-D85D-C5D68CA7F37C}"/>
                </a:ext>
              </a:extLst>
            </p:cNvPr>
            <p:cNvSpPr>
              <a:spLocks noChangeShapeType="1"/>
            </p:cNvSpPr>
            <p:nvPr/>
          </p:nvSpPr>
          <p:spPr bwMode="auto">
            <a:xfrm flipH="1">
              <a:off x="1369" y="1116"/>
              <a:ext cx="90"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sp>
          <p:nvSpPr>
            <p:cNvPr id="55" name="Line 90">
              <a:extLst>
                <a:ext uri="{FF2B5EF4-FFF2-40B4-BE49-F238E27FC236}">
                  <a16:creationId xmlns:a16="http://schemas.microsoft.com/office/drawing/2014/main" id="{7381BAFA-02DB-E827-9FE2-BA06A834AF37}"/>
                </a:ext>
              </a:extLst>
            </p:cNvPr>
            <p:cNvSpPr>
              <a:spLocks noChangeShapeType="1"/>
            </p:cNvSpPr>
            <p:nvPr/>
          </p:nvSpPr>
          <p:spPr bwMode="auto">
            <a:xfrm flipH="1" flipV="1">
              <a:off x="1463" y="1110"/>
              <a:ext cx="102"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sp>
          <p:nvSpPr>
            <p:cNvPr id="56" name="Line 91">
              <a:extLst>
                <a:ext uri="{FF2B5EF4-FFF2-40B4-BE49-F238E27FC236}">
                  <a16:creationId xmlns:a16="http://schemas.microsoft.com/office/drawing/2014/main" id="{AEBB6D09-9F3F-D363-663A-CD3110499A03}"/>
                </a:ext>
              </a:extLst>
            </p:cNvPr>
            <p:cNvSpPr>
              <a:spLocks noChangeShapeType="1"/>
            </p:cNvSpPr>
            <p:nvPr/>
          </p:nvSpPr>
          <p:spPr bwMode="auto">
            <a:xfrm flipH="1">
              <a:off x="1387" y="1253"/>
              <a:ext cx="72" cy="10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sp>
          <p:nvSpPr>
            <p:cNvPr id="57" name="Line 92">
              <a:extLst>
                <a:ext uri="{FF2B5EF4-FFF2-40B4-BE49-F238E27FC236}">
                  <a16:creationId xmlns:a16="http://schemas.microsoft.com/office/drawing/2014/main" id="{3A6A3F4E-12E6-4F40-3B2B-13648BCEC6A6}"/>
                </a:ext>
              </a:extLst>
            </p:cNvPr>
            <p:cNvSpPr>
              <a:spLocks noChangeShapeType="1"/>
            </p:cNvSpPr>
            <p:nvPr/>
          </p:nvSpPr>
          <p:spPr bwMode="auto">
            <a:xfrm flipH="1" flipV="1">
              <a:off x="1459" y="1253"/>
              <a:ext cx="46" cy="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sp>
          <p:nvSpPr>
            <p:cNvPr id="58" name="Line 93">
              <a:extLst>
                <a:ext uri="{FF2B5EF4-FFF2-40B4-BE49-F238E27FC236}">
                  <a16:creationId xmlns:a16="http://schemas.microsoft.com/office/drawing/2014/main" id="{CA5E045D-3CC9-6A6A-2339-B19F12C16E9A}"/>
                </a:ext>
              </a:extLst>
            </p:cNvPr>
            <p:cNvSpPr>
              <a:spLocks noChangeShapeType="1"/>
            </p:cNvSpPr>
            <p:nvPr/>
          </p:nvSpPr>
          <p:spPr bwMode="auto">
            <a:xfrm>
              <a:off x="1459" y="1071"/>
              <a:ext cx="0" cy="1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AR"/>
            </a:p>
          </p:txBody>
        </p:sp>
      </p:grpSp>
    </p:spTree>
    <p:custDataLst>
      <p:tags r:id="rId1"/>
    </p:custDataLst>
    <p:extLst>
      <p:ext uri="{BB962C8B-B14F-4D97-AF65-F5344CB8AC3E}">
        <p14:creationId xmlns:p14="http://schemas.microsoft.com/office/powerpoint/2010/main" val="907336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306"/>
                                        </p:tgtEl>
                                        <p:attrNameLst>
                                          <p:attrName>style.visibility</p:attrName>
                                        </p:attrNameLst>
                                      </p:cBhvr>
                                      <p:to>
                                        <p:strVal val="visible"/>
                                      </p:to>
                                    </p:set>
                                    <p:animEffect transition="in" filter="barn(inVertical)">
                                      <p:cBhvr>
                                        <p:cTn id="7" dur="500"/>
                                        <p:tgtEl>
                                          <p:spTgt spid="11306"/>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barn(inVertical)">
                                      <p:cBhvr>
                                        <p:cTn id="10" dur="500"/>
                                        <p:tgtEl>
                                          <p:spTgt spid="22"/>
                                        </p:tgtEl>
                                      </p:cBhvr>
                                    </p:animEffec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6" presetClass="entr" presetSubtype="21" fill="hold" nodeType="with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barn(inVertical)">
                                      <p:cBhvr>
                                        <p:cTn id="15" dur="500"/>
                                        <p:tgtEl>
                                          <p:spTgt spid="24"/>
                                        </p:tgtEl>
                                      </p:cBhvr>
                                    </p:animEffect>
                                  </p:childTnLst>
                                </p:cTn>
                              </p:par>
                              <p:par>
                                <p:cTn id="16" presetID="16" presetClass="entr" presetSubtype="21" fill="hold"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barn(inVertical)">
                                      <p:cBhvr>
                                        <p:cTn id="18" dur="500"/>
                                        <p:tgtEl>
                                          <p:spTgt spid="31"/>
                                        </p:tgtEl>
                                      </p:cBhvr>
                                    </p:animEffect>
                                  </p:childTnLst>
                                </p:cTn>
                              </p:par>
                              <p:par>
                                <p:cTn id="19" presetID="16" presetClass="entr" presetSubtype="21" fill="hold" nodeType="withEffect">
                                  <p:stCondLst>
                                    <p:cond delay="0"/>
                                  </p:stCondLst>
                                  <p:childTnLst>
                                    <p:set>
                                      <p:cBhvr>
                                        <p:cTn id="20" dur="1" fill="hold">
                                          <p:stCondLst>
                                            <p:cond delay="0"/>
                                          </p:stCondLst>
                                        </p:cTn>
                                        <p:tgtEl>
                                          <p:spTgt spid="38"/>
                                        </p:tgtEl>
                                        <p:attrNameLst>
                                          <p:attrName>style.visibility</p:attrName>
                                        </p:attrNameLst>
                                      </p:cBhvr>
                                      <p:to>
                                        <p:strVal val="visible"/>
                                      </p:to>
                                    </p:set>
                                    <p:animEffect transition="in" filter="barn(inVertical)">
                                      <p:cBhvr>
                                        <p:cTn id="21" dur="500"/>
                                        <p:tgtEl>
                                          <p:spTgt spid="38"/>
                                        </p:tgtEl>
                                      </p:cBhvr>
                                    </p:animEffect>
                                  </p:childTnLst>
                                </p:cTn>
                              </p:par>
                              <p:par>
                                <p:cTn id="22" presetID="16" presetClass="entr" presetSubtype="21" fill="hold" nodeType="withEffect">
                                  <p:stCondLst>
                                    <p:cond delay="0"/>
                                  </p:stCondLst>
                                  <p:childTnLst>
                                    <p:set>
                                      <p:cBhvr>
                                        <p:cTn id="23" dur="1" fill="hold">
                                          <p:stCondLst>
                                            <p:cond delay="0"/>
                                          </p:stCondLst>
                                        </p:cTn>
                                        <p:tgtEl>
                                          <p:spTgt spid="45"/>
                                        </p:tgtEl>
                                        <p:attrNameLst>
                                          <p:attrName>style.visibility</p:attrName>
                                        </p:attrNameLst>
                                      </p:cBhvr>
                                      <p:to>
                                        <p:strVal val="visible"/>
                                      </p:to>
                                    </p:set>
                                    <p:animEffect transition="in" filter="barn(inVertical)">
                                      <p:cBhvr>
                                        <p:cTn id="24" dur="500"/>
                                        <p:tgtEl>
                                          <p:spTgt spid="45"/>
                                        </p:tgtEl>
                                      </p:cBhvr>
                                    </p:animEffect>
                                  </p:childTnLst>
                                </p:cTn>
                              </p:par>
                              <p:par>
                                <p:cTn id="25" presetID="16" presetClass="entr" presetSubtype="21" fill="hold" nodeType="withEffect">
                                  <p:stCondLst>
                                    <p:cond delay="0"/>
                                  </p:stCondLst>
                                  <p:childTnLst>
                                    <p:set>
                                      <p:cBhvr>
                                        <p:cTn id="26" dur="1" fill="hold">
                                          <p:stCondLst>
                                            <p:cond delay="0"/>
                                          </p:stCondLst>
                                        </p:cTn>
                                        <p:tgtEl>
                                          <p:spTgt spid="52"/>
                                        </p:tgtEl>
                                        <p:attrNameLst>
                                          <p:attrName>style.visibility</p:attrName>
                                        </p:attrNameLst>
                                      </p:cBhvr>
                                      <p:to>
                                        <p:strVal val="visible"/>
                                      </p:to>
                                    </p:set>
                                    <p:animEffect transition="in" filter="barn(inVertical)">
                                      <p:cBhvr>
                                        <p:cTn id="27"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E751B1-C781-2FCC-E6A7-8738735FB58F}"/>
              </a:ext>
            </a:extLst>
          </p:cNvPr>
          <p:cNvSpPr>
            <a:spLocks noGrp="1"/>
          </p:cNvSpPr>
          <p:nvPr>
            <p:ph type="title"/>
          </p:nvPr>
        </p:nvSpPr>
        <p:spPr>
          <a:xfrm>
            <a:off x="1172369" y="533400"/>
            <a:ext cx="7793037" cy="1143000"/>
          </a:xfrm>
        </p:spPr>
        <p:txBody>
          <a:bodyPr/>
          <a:lstStyle/>
          <a:p>
            <a:r>
              <a:rPr lang="es-AR" sz="3200" b="1" dirty="0">
                <a:solidFill>
                  <a:schemeClr val="tx1"/>
                </a:solidFill>
              </a:rPr>
              <a:t>Importancia del ecosistema del dato</a:t>
            </a:r>
            <a:br>
              <a:rPr lang="es-AR" b="1" dirty="0"/>
            </a:br>
            <a:endParaRPr lang="es-AR" dirty="0"/>
          </a:p>
        </p:txBody>
      </p:sp>
      <p:sp>
        <p:nvSpPr>
          <p:cNvPr id="3" name="Marcador de contenido 2">
            <a:extLst>
              <a:ext uri="{FF2B5EF4-FFF2-40B4-BE49-F238E27FC236}">
                <a16:creationId xmlns:a16="http://schemas.microsoft.com/office/drawing/2014/main" id="{82EE331B-D74E-97FE-C68D-FF0DF04C738B}"/>
              </a:ext>
            </a:extLst>
          </p:cNvPr>
          <p:cNvSpPr>
            <a:spLocks noGrp="1"/>
          </p:cNvSpPr>
          <p:nvPr>
            <p:ph idx="1"/>
          </p:nvPr>
        </p:nvSpPr>
        <p:spPr/>
        <p:txBody>
          <a:bodyPr/>
          <a:lstStyle/>
          <a:p>
            <a:pPr lvl="0"/>
            <a:r>
              <a:rPr lang="es-AR" dirty="0"/>
              <a:t>El dato es un activo estratégico en organizaciones modernas.</a:t>
            </a:r>
          </a:p>
          <a:p>
            <a:pPr lvl="0"/>
            <a:r>
              <a:rPr lang="es-AR" dirty="0"/>
              <a:t>La complejidad del ciclo de vida del dato exige roles especializados.</a:t>
            </a:r>
          </a:p>
          <a:p>
            <a:pPr lvl="0"/>
            <a:r>
              <a:rPr lang="es-AR" dirty="0"/>
              <a:t>La colaboración entre perfiles técnicos, analíticos y de gobernanza es esencial.</a:t>
            </a:r>
          </a:p>
          <a:p>
            <a:endParaRPr lang="es-AR" dirty="0"/>
          </a:p>
        </p:txBody>
      </p:sp>
    </p:spTree>
    <p:extLst>
      <p:ext uri="{BB962C8B-B14F-4D97-AF65-F5344CB8AC3E}">
        <p14:creationId xmlns:p14="http://schemas.microsoft.com/office/powerpoint/2010/main" val="3734906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2C6481-D53C-E711-6227-AF9DF74979DD}"/>
              </a:ext>
            </a:extLst>
          </p:cNvPr>
          <p:cNvSpPr>
            <a:spLocks noGrp="1"/>
          </p:cNvSpPr>
          <p:nvPr>
            <p:ph type="title"/>
          </p:nvPr>
        </p:nvSpPr>
        <p:spPr>
          <a:xfrm>
            <a:off x="1010154" y="228600"/>
            <a:ext cx="7793037" cy="1143000"/>
          </a:xfrm>
        </p:spPr>
        <p:txBody>
          <a:bodyPr/>
          <a:lstStyle/>
          <a:p>
            <a:r>
              <a:rPr lang="es-AR" dirty="0"/>
              <a:t>Rol : DBA</a:t>
            </a:r>
          </a:p>
        </p:txBody>
      </p:sp>
      <p:graphicFrame>
        <p:nvGraphicFramePr>
          <p:cNvPr id="4" name="Marcador de contenido 3">
            <a:extLst>
              <a:ext uri="{FF2B5EF4-FFF2-40B4-BE49-F238E27FC236}">
                <a16:creationId xmlns:a16="http://schemas.microsoft.com/office/drawing/2014/main" id="{E0B3BDBD-E30E-8896-7775-C9C8A95286F4}"/>
              </a:ext>
            </a:extLst>
          </p:cNvPr>
          <p:cNvGraphicFramePr>
            <a:graphicFrameLocks noGrp="1"/>
          </p:cNvGraphicFramePr>
          <p:nvPr>
            <p:ph idx="1"/>
            <p:extLst>
              <p:ext uri="{D42A27DB-BD31-4B8C-83A1-F6EECF244321}">
                <p14:modId xmlns:p14="http://schemas.microsoft.com/office/powerpoint/2010/main" val="1325916460"/>
              </p:ext>
            </p:extLst>
          </p:nvPr>
        </p:nvGraphicFramePr>
        <p:xfrm>
          <a:off x="1182688" y="1676400"/>
          <a:ext cx="7772400" cy="495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008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D2E0E-2C49-5884-1D09-71044FE967C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86CEEFA-6453-643C-52A7-4054D6F08AC9}"/>
              </a:ext>
            </a:extLst>
          </p:cNvPr>
          <p:cNvSpPr>
            <a:spLocks noGrp="1"/>
          </p:cNvSpPr>
          <p:nvPr>
            <p:ph type="title"/>
          </p:nvPr>
        </p:nvSpPr>
        <p:spPr>
          <a:xfrm>
            <a:off x="1010154" y="228600"/>
            <a:ext cx="7793037" cy="1143000"/>
          </a:xfrm>
        </p:spPr>
        <p:txBody>
          <a:bodyPr/>
          <a:lstStyle/>
          <a:p>
            <a:r>
              <a:rPr lang="es-AR" dirty="0"/>
              <a:t>Rol : Propietario de Datos</a:t>
            </a:r>
          </a:p>
        </p:txBody>
      </p:sp>
      <p:graphicFrame>
        <p:nvGraphicFramePr>
          <p:cNvPr id="4" name="Marcador de contenido 3">
            <a:extLst>
              <a:ext uri="{FF2B5EF4-FFF2-40B4-BE49-F238E27FC236}">
                <a16:creationId xmlns:a16="http://schemas.microsoft.com/office/drawing/2014/main" id="{AF6FF964-8C22-E8F7-9B8E-C5CF39CF336E}"/>
              </a:ext>
            </a:extLst>
          </p:cNvPr>
          <p:cNvGraphicFramePr>
            <a:graphicFrameLocks noGrp="1"/>
          </p:cNvGraphicFramePr>
          <p:nvPr>
            <p:ph idx="1"/>
            <p:extLst>
              <p:ext uri="{D42A27DB-BD31-4B8C-83A1-F6EECF244321}">
                <p14:modId xmlns:p14="http://schemas.microsoft.com/office/powerpoint/2010/main" val="338475229"/>
              </p:ext>
            </p:extLst>
          </p:nvPr>
        </p:nvGraphicFramePr>
        <p:xfrm>
          <a:off x="1182688" y="1676400"/>
          <a:ext cx="7772400" cy="495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21766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930CD-CD0E-A9F4-9E9B-953BB2A9F06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524359C-0A84-22A3-A7E8-289BBE2AF1AF}"/>
              </a:ext>
            </a:extLst>
          </p:cNvPr>
          <p:cNvSpPr>
            <a:spLocks noGrp="1"/>
          </p:cNvSpPr>
          <p:nvPr>
            <p:ph type="title"/>
          </p:nvPr>
        </p:nvSpPr>
        <p:spPr>
          <a:xfrm>
            <a:off x="1010154" y="228600"/>
            <a:ext cx="7793037" cy="1143000"/>
          </a:xfrm>
        </p:spPr>
        <p:txBody>
          <a:bodyPr/>
          <a:lstStyle/>
          <a:p>
            <a:r>
              <a:rPr lang="es-AR" dirty="0"/>
              <a:t>Rol : Curador de Datos</a:t>
            </a:r>
          </a:p>
        </p:txBody>
      </p:sp>
      <p:graphicFrame>
        <p:nvGraphicFramePr>
          <p:cNvPr id="4" name="Marcador de contenido 3">
            <a:extLst>
              <a:ext uri="{FF2B5EF4-FFF2-40B4-BE49-F238E27FC236}">
                <a16:creationId xmlns:a16="http://schemas.microsoft.com/office/drawing/2014/main" id="{B34CC4A1-CB1F-7C60-EFDF-6CE179947886}"/>
              </a:ext>
            </a:extLst>
          </p:cNvPr>
          <p:cNvGraphicFramePr>
            <a:graphicFrameLocks noGrp="1"/>
          </p:cNvGraphicFramePr>
          <p:nvPr>
            <p:ph idx="1"/>
            <p:extLst>
              <p:ext uri="{D42A27DB-BD31-4B8C-83A1-F6EECF244321}">
                <p14:modId xmlns:p14="http://schemas.microsoft.com/office/powerpoint/2010/main" val="3678975565"/>
              </p:ext>
            </p:extLst>
          </p:nvPr>
        </p:nvGraphicFramePr>
        <p:xfrm>
          <a:off x="1182688" y="1676400"/>
          <a:ext cx="7772400" cy="495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204597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2034D-59DA-DA64-F1DD-182CE1806A8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214ACC3-E148-9360-C059-533773B21378}"/>
              </a:ext>
            </a:extLst>
          </p:cNvPr>
          <p:cNvSpPr>
            <a:spLocks noGrp="1"/>
          </p:cNvSpPr>
          <p:nvPr>
            <p:ph type="title"/>
          </p:nvPr>
        </p:nvSpPr>
        <p:spPr>
          <a:xfrm>
            <a:off x="1010154" y="228600"/>
            <a:ext cx="7793037" cy="1143000"/>
          </a:xfrm>
        </p:spPr>
        <p:txBody>
          <a:bodyPr/>
          <a:lstStyle/>
          <a:p>
            <a:r>
              <a:rPr lang="es-AR" dirty="0"/>
              <a:t>Rol : Ingeniero de Datos</a:t>
            </a:r>
          </a:p>
        </p:txBody>
      </p:sp>
      <p:graphicFrame>
        <p:nvGraphicFramePr>
          <p:cNvPr id="4" name="Marcador de contenido 3">
            <a:extLst>
              <a:ext uri="{FF2B5EF4-FFF2-40B4-BE49-F238E27FC236}">
                <a16:creationId xmlns:a16="http://schemas.microsoft.com/office/drawing/2014/main" id="{828BC8B3-9DAA-7D29-24BD-AC133C8795BA}"/>
              </a:ext>
            </a:extLst>
          </p:cNvPr>
          <p:cNvGraphicFramePr>
            <a:graphicFrameLocks noGrp="1"/>
          </p:cNvGraphicFramePr>
          <p:nvPr>
            <p:ph idx="1"/>
            <p:extLst>
              <p:ext uri="{D42A27DB-BD31-4B8C-83A1-F6EECF244321}">
                <p14:modId xmlns:p14="http://schemas.microsoft.com/office/powerpoint/2010/main" val="1448059338"/>
              </p:ext>
            </p:extLst>
          </p:nvPr>
        </p:nvGraphicFramePr>
        <p:xfrm>
          <a:off x="1182688" y="1676400"/>
          <a:ext cx="7772400" cy="495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469188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53463-3BDD-02C5-9273-A3C017EC498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9DC3CFF-FF7C-F08E-0A4D-33B4C45D0E30}"/>
              </a:ext>
            </a:extLst>
          </p:cNvPr>
          <p:cNvSpPr>
            <a:spLocks noGrp="1"/>
          </p:cNvSpPr>
          <p:nvPr>
            <p:ph type="title"/>
          </p:nvPr>
        </p:nvSpPr>
        <p:spPr>
          <a:xfrm>
            <a:off x="1010154" y="228600"/>
            <a:ext cx="7793037" cy="1143000"/>
          </a:xfrm>
        </p:spPr>
        <p:txBody>
          <a:bodyPr/>
          <a:lstStyle/>
          <a:p>
            <a:r>
              <a:rPr lang="es-AR" dirty="0"/>
              <a:t>Rol : Arquitecto de Datos</a:t>
            </a:r>
          </a:p>
        </p:txBody>
      </p:sp>
      <p:graphicFrame>
        <p:nvGraphicFramePr>
          <p:cNvPr id="4" name="Marcador de contenido 3">
            <a:extLst>
              <a:ext uri="{FF2B5EF4-FFF2-40B4-BE49-F238E27FC236}">
                <a16:creationId xmlns:a16="http://schemas.microsoft.com/office/drawing/2014/main" id="{F049D1CA-2373-C969-F317-23FE6B08BA05}"/>
              </a:ext>
            </a:extLst>
          </p:cNvPr>
          <p:cNvGraphicFramePr>
            <a:graphicFrameLocks noGrp="1"/>
          </p:cNvGraphicFramePr>
          <p:nvPr>
            <p:ph idx="1"/>
            <p:extLst>
              <p:ext uri="{D42A27DB-BD31-4B8C-83A1-F6EECF244321}">
                <p14:modId xmlns:p14="http://schemas.microsoft.com/office/powerpoint/2010/main" val="1239034395"/>
              </p:ext>
            </p:extLst>
          </p:nvPr>
        </p:nvGraphicFramePr>
        <p:xfrm>
          <a:off x="1182688" y="1676400"/>
          <a:ext cx="7772400" cy="495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905007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AA0A1-F9F4-BDE6-3D1A-1E3EA478CF3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23610BF-8B7A-DCAF-4933-9235B91F7A8C}"/>
              </a:ext>
            </a:extLst>
          </p:cNvPr>
          <p:cNvSpPr>
            <a:spLocks noGrp="1"/>
          </p:cNvSpPr>
          <p:nvPr>
            <p:ph type="title"/>
          </p:nvPr>
        </p:nvSpPr>
        <p:spPr>
          <a:xfrm>
            <a:off x="1010154" y="228600"/>
            <a:ext cx="7793037" cy="1143000"/>
          </a:xfrm>
        </p:spPr>
        <p:txBody>
          <a:bodyPr/>
          <a:lstStyle/>
          <a:p>
            <a:r>
              <a:rPr lang="es-AR" dirty="0"/>
              <a:t>Rol : Custodio de Datos</a:t>
            </a:r>
          </a:p>
        </p:txBody>
      </p:sp>
      <p:graphicFrame>
        <p:nvGraphicFramePr>
          <p:cNvPr id="4" name="Marcador de contenido 3">
            <a:extLst>
              <a:ext uri="{FF2B5EF4-FFF2-40B4-BE49-F238E27FC236}">
                <a16:creationId xmlns:a16="http://schemas.microsoft.com/office/drawing/2014/main" id="{0A778E62-700E-5D5C-2F59-04E79CF8B29A}"/>
              </a:ext>
            </a:extLst>
          </p:cNvPr>
          <p:cNvGraphicFramePr>
            <a:graphicFrameLocks noGrp="1"/>
          </p:cNvGraphicFramePr>
          <p:nvPr>
            <p:ph idx="1"/>
            <p:extLst>
              <p:ext uri="{D42A27DB-BD31-4B8C-83A1-F6EECF244321}">
                <p14:modId xmlns:p14="http://schemas.microsoft.com/office/powerpoint/2010/main" val="2733943907"/>
              </p:ext>
            </p:extLst>
          </p:nvPr>
        </p:nvGraphicFramePr>
        <p:xfrm>
          <a:off x="1182688" y="1676400"/>
          <a:ext cx="7772400" cy="495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52558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4E364-107B-3C97-2601-62DBD821812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014E13B-FB7A-C608-285A-0839CEBE82F6}"/>
              </a:ext>
            </a:extLst>
          </p:cNvPr>
          <p:cNvSpPr>
            <a:spLocks noGrp="1"/>
          </p:cNvSpPr>
          <p:nvPr>
            <p:ph type="title"/>
          </p:nvPr>
        </p:nvSpPr>
        <p:spPr>
          <a:xfrm>
            <a:off x="1010154" y="228600"/>
            <a:ext cx="7793037" cy="1143000"/>
          </a:xfrm>
        </p:spPr>
        <p:txBody>
          <a:bodyPr/>
          <a:lstStyle/>
          <a:p>
            <a:r>
              <a:rPr lang="es-AR" dirty="0"/>
              <a:t>Rol : Analista de Datos</a:t>
            </a:r>
          </a:p>
        </p:txBody>
      </p:sp>
      <p:graphicFrame>
        <p:nvGraphicFramePr>
          <p:cNvPr id="4" name="Marcador de contenido 3">
            <a:extLst>
              <a:ext uri="{FF2B5EF4-FFF2-40B4-BE49-F238E27FC236}">
                <a16:creationId xmlns:a16="http://schemas.microsoft.com/office/drawing/2014/main" id="{DE5AE681-9F7C-1700-6860-7B7C72B8234E}"/>
              </a:ext>
            </a:extLst>
          </p:cNvPr>
          <p:cNvGraphicFramePr>
            <a:graphicFrameLocks noGrp="1"/>
          </p:cNvGraphicFramePr>
          <p:nvPr>
            <p:ph idx="1"/>
            <p:extLst>
              <p:ext uri="{D42A27DB-BD31-4B8C-83A1-F6EECF244321}">
                <p14:modId xmlns:p14="http://schemas.microsoft.com/office/powerpoint/2010/main" val="4084771440"/>
              </p:ext>
            </p:extLst>
          </p:nvPr>
        </p:nvGraphicFramePr>
        <p:xfrm>
          <a:off x="1182688" y="1676400"/>
          <a:ext cx="7772400" cy="495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908276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B5571-2EF0-CE91-1677-3CEF9391AA1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84892C9-823F-82E6-F71E-569F26B7CB00}"/>
              </a:ext>
            </a:extLst>
          </p:cNvPr>
          <p:cNvSpPr>
            <a:spLocks noGrp="1"/>
          </p:cNvSpPr>
          <p:nvPr>
            <p:ph type="title"/>
          </p:nvPr>
        </p:nvSpPr>
        <p:spPr>
          <a:xfrm>
            <a:off x="1010154" y="228600"/>
            <a:ext cx="7793037" cy="1143000"/>
          </a:xfrm>
        </p:spPr>
        <p:txBody>
          <a:bodyPr/>
          <a:lstStyle/>
          <a:p>
            <a:r>
              <a:rPr lang="es-AR" dirty="0"/>
              <a:t>Rol : Científico de Datos</a:t>
            </a:r>
          </a:p>
        </p:txBody>
      </p:sp>
      <p:graphicFrame>
        <p:nvGraphicFramePr>
          <p:cNvPr id="4" name="Marcador de contenido 3">
            <a:extLst>
              <a:ext uri="{FF2B5EF4-FFF2-40B4-BE49-F238E27FC236}">
                <a16:creationId xmlns:a16="http://schemas.microsoft.com/office/drawing/2014/main" id="{3EF819F4-387E-38FB-FAC1-69DF40C54D69}"/>
              </a:ext>
            </a:extLst>
          </p:cNvPr>
          <p:cNvGraphicFramePr>
            <a:graphicFrameLocks noGrp="1"/>
          </p:cNvGraphicFramePr>
          <p:nvPr>
            <p:ph idx="1"/>
            <p:extLst>
              <p:ext uri="{D42A27DB-BD31-4B8C-83A1-F6EECF244321}">
                <p14:modId xmlns:p14="http://schemas.microsoft.com/office/powerpoint/2010/main" val="242306684"/>
              </p:ext>
            </p:extLst>
          </p:nvPr>
        </p:nvGraphicFramePr>
        <p:xfrm>
          <a:off x="1182688" y="1676400"/>
          <a:ext cx="7772400" cy="495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296387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ECD938-5FB9-CB20-2DC9-BFA581507B94}"/>
              </a:ext>
            </a:extLst>
          </p:cNvPr>
          <p:cNvSpPr>
            <a:spLocks noGrp="1"/>
          </p:cNvSpPr>
          <p:nvPr>
            <p:ph type="title"/>
          </p:nvPr>
        </p:nvSpPr>
        <p:spPr>
          <a:xfrm>
            <a:off x="1032457" y="228600"/>
            <a:ext cx="7793037" cy="1143000"/>
          </a:xfrm>
        </p:spPr>
        <p:txBody>
          <a:bodyPr/>
          <a:lstStyle/>
          <a:p>
            <a:r>
              <a:rPr lang="es-AR" sz="3600" dirty="0"/>
              <a:t>Los Datos en los sistemas de información organizacionales</a:t>
            </a:r>
          </a:p>
        </p:txBody>
      </p:sp>
      <p:sp>
        <p:nvSpPr>
          <p:cNvPr id="3" name="Marcador de contenido 2">
            <a:extLst>
              <a:ext uri="{FF2B5EF4-FFF2-40B4-BE49-F238E27FC236}">
                <a16:creationId xmlns:a16="http://schemas.microsoft.com/office/drawing/2014/main" id="{7A6320EA-1DA6-7E49-2F67-F90A66CAAEF3}"/>
              </a:ext>
            </a:extLst>
          </p:cNvPr>
          <p:cNvSpPr>
            <a:spLocks noGrp="1"/>
          </p:cNvSpPr>
          <p:nvPr>
            <p:ph idx="1"/>
          </p:nvPr>
        </p:nvSpPr>
        <p:spPr/>
        <p:txBody>
          <a:bodyPr/>
          <a:lstStyle/>
          <a:p>
            <a:r>
              <a:rPr lang="es-AR" sz="2400" dirty="0"/>
              <a:t>Un sistema de información es el método que permite el procesamiento de datos y la elaboración de información relevante para una organización, mediante la comunicación entre personas, tecnología y procedimientos.</a:t>
            </a:r>
          </a:p>
          <a:p>
            <a:r>
              <a:rPr lang="es-AR" sz="2400" dirty="0"/>
              <a:t>Elementos que lo conforman:</a:t>
            </a:r>
          </a:p>
          <a:p>
            <a:pPr lvl="1"/>
            <a:r>
              <a:rPr lang="es-AR" sz="2000" dirty="0"/>
              <a:t>Hardware</a:t>
            </a:r>
          </a:p>
          <a:p>
            <a:pPr lvl="1"/>
            <a:r>
              <a:rPr lang="es-AR" sz="2000" dirty="0"/>
              <a:t>Software</a:t>
            </a:r>
          </a:p>
          <a:p>
            <a:pPr lvl="1"/>
            <a:r>
              <a:rPr lang="es-AR" sz="2000" dirty="0"/>
              <a:t>Datos</a:t>
            </a:r>
          </a:p>
          <a:p>
            <a:pPr lvl="1"/>
            <a:r>
              <a:rPr lang="es-AR" sz="2000" dirty="0"/>
              <a:t>Procedimientos</a:t>
            </a:r>
          </a:p>
          <a:p>
            <a:pPr lvl="1"/>
            <a:r>
              <a:rPr lang="es-AR" sz="2000" dirty="0"/>
              <a:t>Usuarios</a:t>
            </a:r>
          </a:p>
          <a:p>
            <a:pPr lvl="1"/>
            <a:r>
              <a:rPr lang="es-AR" sz="2000" dirty="0"/>
              <a:t>Retroalimentación</a:t>
            </a:r>
          </a:p>
        </p:txBody>
      </p:sp>
    </p:spTree>
    <p:extLst>
      <p:ext uri="{BB962C8B-B14F-4D97-AF65-F5344CB8AC3E}">
        <p14:creationId xmlns:p14="http://schemas.microsoft.com/office/powerpoint/2010/main" val="40860764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6169E73-055A-277A-7FE5-EA93464A5AC7}"/>
              </a:ext>
            </a:extLst>
          </p:cNvPr>
          <p:cNvSpPr>
            <a:spLocks noGrp="1"/>
          </p:cNvSpPr>
          <p:nvPr>
            <p:ph type="title"/>
          </p:nvPr>
        </p:nvSpPr>
        <p:spPr>
          <a:xfrm>
            <a:off x="854037" y="624839"/>
            <a:ext cx="7793037" cy="1143000"/>
          </a:xfrm>
        </p:spPr>
        <p:txBody>
          <a:bodyPr/>
          <a:lstStyle/>
          <a:p>
            <a:r>
              <a:rPr lang="es-AR" b="1" dirty="0"/>
              <a:t>🛒 1. Proceso de Compras</a:t>
            </a:r>
            <a:br>
              <a:rPr lang="es-AR" b="1" dirty="0"/>
            </a:br>
            <a:endParaRPr lang="es-AR" dirty="0"/>
          </a:p>
        </p:txBody>
      </p:sp>
      <p:sp>
        <p:nvSpPr>
          <p:cNvPr id="3" name="Marcador de contenido 2">
            <a:extLst>
              <a:ext uri="{FF2B5EF4-FFF2-40B4-BE49-F238E27FC236}">
                <a16:creationId xmlns:a16="http://schemas.microsoft.com/office/drawing/2014/main" id="{885315B1-E471-CDBD-4257-65E5B46DEE2E}"/>
              </a:ext>
            </a:extLst>
          </p:cNvPr>
          <p:cNvSpPr>
            <a:spLocks noGrp="1"/>
          </p:cNvSpPr>
          <p:nvPr>
            <p:ph idx="1"/>
          </p:nvPr>
        </p:nvSpPr>
        <p:spPr/>
        <p:txBody>
          <a:bodyPr/>
          <a:lstStyle/>
          <a:p>
            <a:r>
              <a:rPr lang="es-AR" sz="1800" dirty="0"/>
              <a:t>El proceso de compras asegura la adquisición de bienes o servicios necesarios para la operación. Su objetivo es obtener insumos con calidad adecuada, en tiempo y forma, y al mejor costo posible.</a:t>
            </a:r>
          </a:p>
          <a:p>
            <a:endParaRPr lang="es-AR" sz="1800" dirty="0"/>
          </a:p>
          <a:p>
            <a:endParaRPr lang="es-AR" sz="1800" dirty="0"/>
          </a:p>
          <a:p>
            <a:endParaRPr lang="es-AR" sz="1800" dirty="0"/>
          </a:p>
          <a:p>
            <a:r>
              <a:rPr lang="es-AR" sz="1800" b="1" dirty="0"/>
              <a:t>Partes principales</a:t>
            </a:r>
          </a:p>
          <a:p>
            <a:pPr lvl="1"/>
            <a:r>
              <a:rPr lang="es-AR" sz="1100" b="1" dirty="0"/>
              <a:t>Solicitud de compra</a:t>
            </a:r>
            <a:r>
              <a:rPr lang="es-AR" sz="1100" dirty="0"/>
              <a:t> (área requirente)</a:t>
            </a:r>
          </a:p>
          <a:p>
            <a:pPr lvl="1"/>
            <a:r>
              <a:rPr lang="es-AR" sz="1100" b="1" dirty="0"/>
              <a:t>Evaluación y selección de proveedores</a:t>
            </a:r>
            <a:endParaRPr lang="es-AR" sz="1100" dirty="0"/>
          </a:p>
          <a:p>
            <a:pPr lvl="1"/>
            <a:r>
              <a:rPr lang="es-AR" sz="1100" b="1" dirty="0"/>
              <a:t>Emisión de orden de compra</a:t>
            </a:r>
            <a:endParaRPr lang="es-AR" sz="1100" dirty="0"/>
          </a:p>
          <a:p>
            <a:pPr lvl="1"/>
            <a:r>
              <a:rPr lang="es-AR" sz="1100" b="1" dirty="0"/>
              <a:t>Recepción de mercadería o servicios</a:t>
            </a:r>
            <a:endParaRPr lang="es-AR" sz="1100" dirty="0"/>
          </a:p>
          <a:p>
            <a:pPr lvl="1"/>
            <a:r>
              <a:rPr lang="es-AR" sz="1100" b="1" dirty="0"/>
              <a:t>Control de calidad</a:t>
            </a:r>
            <a:endParaRPr lang="es-AR" sz="1100" dirty="0"/>
          </a:p>
          <a:p>
            <a:pPr lvl="1"/>
            <a:r>
              <a:rPr lang="es-AR" sz="1100" b="1" dirty="0"/>
              <a:t>Ingreso al stock</a:t>
            </a:r>
            <a:endParaRPr lang="es-AR" sz="1100" dirty="0"/>
          </a:p>
          <a:p>
            <a:pPr lvl="1"/>
            <a:r>
              <a:rPr lang="es-AR" sz="1100" b="1" dirty="0"/>
              <a:t>Recepción de factura del proveedor</a:t>
            </a:r>
            <a:endParaRPr lang="es-AR" sz="1100" dirty="0"/>
          </a:p>
          <a:p>
            <a:endParaRPr lang="es-AR" dirty="0"/>
          </a:p>
        </p:txBody>
      </p:sp>
      <p:sp>
        <p:nvSpPr>
          <p:cNvPr id="4" name="CuadroTexto 3">
            <a:extLst>
              <a:ext uri="{FF2B5EF4-FFF2-40B4-BE49-F238E27FC236}">
                <a16:creationId xmlns:a16="http://schemas.microsoft.com/office/drawing/2014/main" id="{527FC5D5-942C-928A-4199-FD381636630F}"/>
              </a:ext>
            </a:extLst>
          </p:cNvPr>
          <p:cNvSpPr txBox="1"/>
          <p:nvPr/>
        </p:nvSpPr>
        <p:spPr>
          <a:xfrm>
            <a:off x="4750555" y="2819400"/>
            <a:ext cx="3612995" cy="3768724"/>
          </a:xfrm>
          <a:prstGeom prst="rect">
            <a:avLst/>
          </a:prstGeom>
          <a:noFill/>
        </p:spPr>
        <p:txBody>
          <a:bodyPr wrap="square" rtlCol="0">
            <a:spAutoFit/>
          </a:bodyPr>
          <a:lstStyle/>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itchFamily="2" charset="2"/>
              <a:buChar char="n"/>
              <a:tabLst/>
              <a:defRPr/>
            </a:pPr>
            <a:r>
              <a:rPr kumimoji="0" lang="es-AR" sz="1600" b="1" i="0" u="none" strike="noStrike" kern="0" cap="none" spc="0" normalizeH="0" baseline="0" noProof="0" dirty="0">
                <a:ln>
                  <a:noFill/>
                </a:ln>
                <a:solidFill>
                  <a:srgbClr val="000000"/>
                </a:solidFill>
                <a:effectLst/>
                <a:uLnTx/>
                <a:uFillTx/>
                <a:latin typeface="Tahoma"/>
                <a:ea typeface="+mn-ea"/>
                <a:cs typeface="+mn-cs"/>
              </a:rPr>
              <a:t>Circuito de datos</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AR" sz="1050" b="0" i="0" u="none" strike="noStrike" kern="0" cap="none" spc="0" normalizeH="0" baseline="0" noProof="0" dirty="0">
                <a:ln>
                  <a:noFill/>
                </a:ln>
                <a:solidFill>
                  <a:srgbClr val="000000"/>
                </a:solidFill>
                <a:effectLst/>
                <a:uLnTx/>
                <a:uFillTx/>
                <a:latin typeface="Tahoma"/>
              </a:rPr>
              <a:t>Datos del proveedor (CUIT, razón social, condiciones)</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AR" sz="1050" b="0" i="0" u="none" strike="noStrike" kern="0" cap="none" spc="0" normalizeH="0" baseline="0" noProof="0" dirty="0">
                <a:ln>
                  <a:noFill/>
                </a:ln>
                <a:solidFill>
                  <a:srgbClr val="000000"/>
                </a:solidFill>
                <a:effectLst/>
                <a:uLnTx/>
                <a:uFillTx/>
                <a:latin typeface="Tahoma"/>
              </a:rPr>
              <a:t>Datos del producto/servicio (código, descripción, cantidad)</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AR" sz="1050" b="0" i="0" u="none" strike="noStrike" kern="0" cap="none" spc="0" normalizeH="0" baseline="0" noProof="0" dirty="0">
                <a:ln>
                  <a:noFill/>
                </a:ln>
                <a:solidFill>
                  <a:srgbClr val="000000"/>
                </a:solidFill>
                <a:effectLst/>
                <a:uLnTx/>
                <a:uFillTx/>
                <a:latin typeface="Tahoma"/>
              </a:rPr>
              <a:t>Precios, condiciones comerciales y plazos</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AR" sz="1050" b="0" i="0" u="none" strike="noStrike" kern="0" cap="none" spc="0" normalizeH="0" baseline="0" noProof="0" dirty="0">
                <a:ln>
                  <a:noFill/>
                </a:ln>
                <a:solidFill>
                  <a:srgbClr val="000000"/>
                </a:solidFill>
                <a:effectLst/>
                <a:uLnTx/>
                <a:uFillTx/>
                <a:latin typeface="Tahoma"/>
              </a:rPr>
              <a:t>Estado del pedido (pendiente, recibido, parcial)</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AR" sz="1050" b="0" i="0" u="none" strike="noStrike" kern="0" cap="none" spc="0" normalizeH="0" baseline="0" noProof="0" dirty="0">
                <a:ln>
                  <a:noFill/>
                </a:ln>
                <a:solidFill>
                  <a:srgbClr val="000000"/>
                </a:solidFill>
                <a:effectLst/>
                <a:uLnTx/>
                <a:uFillTx/>
                <a:latin typeface="Tahoma"/>
              </a:rPr>
              <a:t>Datos de recepción (fecha, lote, cantidad recibida)</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AR" sz="1050" b="0" i="0" u="none" strike="noStrike" kern="0" cap="none" spc="0" normalizeH="0" baseline="0" noProof="0" dirty="0">
                <a:ln>
                  <a:noFill/>
                </a:ln>
                <a:solidFill>
                  <a:srgbClr val="000000"/>
                </a:solidFill>
                <a:effectLst/>
                <a:uLnTx/>
                <a:uFillTx/>
                <a:latin typeface="Tahoma"/>
              </a:rPr>
              <a:t>Datos de factura (importe, impuestos, vencimientos)</a:t>
            </a: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itchFamily="2" charset="2"/>
              <a:buChar char="n"/>
              <a:tabLst/>
              <a:defRPr/>
            </a:pPr>
            <a:r>
              <a:rPr kumimoji="0" lang="es-AR" sz="1600" b="1" i="0" u="none" strike="noStrike" kern="0" cap="none" spc="0" normalizeH="0" baseline="0" noProof="0" dirty="0">
                <a:ln>
                  <a:noFill/>
                </a:ln>
                <a:solidFill>
                  <a:srgbClr val="000000"/>
                </a:solidFill>
                <a:effectLst/>
                <a:uLnTx/>
                <a:uFillTx/>
                <a:latin typeface="Tahoma"/>
                <a:ea typeface="+mn-ea"/>
                <a:cs typeface="+mn-cs"/>
              </a:rPr>
              <a:t>Circuito documental</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AR" sz="1050" b="0" i="0" u="none" strike="noStrike" kern="0" cap="none" spc="0" normalizeH="0" baseline="0" noProof="0" dirty="0">
                <a:ln>
                  <a:noFill/>
                </a:ln>
                <a:solidFill>
                  <a:srgbClr val="000000"/>
                </a:solidFill>
                <a:effectLst/>
                <a:uLnTx/>
                <a:uFillTx/>
                <a:latin typeface="Tahoma"/>
              </a:rPr>
              <a:t>Solicitud de compra</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AR" sz="1050" b="0" i="0" u="none" strike="noStrike" kern="0" cap="none" spc="0" normalizeH="0" baseline="0" noProof="0" dirty="0">
                <a:ln>
                  <a:noFill/>
                </a:ln>
                <a:solidFill>
                  <a:srgbClr val="000000"/>
                </a:solidFill>
                <a:effectLst/>
                <a:uLnTx/>
                <a:uFillTx/>
                <a:latin typeface="Tahoma"/>
              </a:rPr>
              <a:t>Cotizaciones</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AR" sz="1050" b="0" i="0" u="none" strike="noStrike" kern="0" cap="none" spc="0" normalizeH="0" baseline="0" noProof="0" dirty="0">
                <a:ln>
                  <a:noFill/>
                </a:ln>
                <a:solidFill>
                  <a:srgbClr val="000000"/>
                </a:solidFill>
                <a:effectLst/>
                <a:uLnTx/>
                <a:uFillTx/>
                <a:latin typeface="Tahoma"/>
              </a:rPr>
              <a:t>Orden de compra</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AR" sz="1050" b="0" i="0" u="none" strike="noStrike" kern="0" cap="none" spc="0" normalizeH="0" baseline="0" noProof="0" dirty="0">
                <a:ln>
                  <a:noFill/>
                </a:ln>
                <a:solidFill>
                  <a:srgbClr val="000000"/>
                </a:solidFill>
                <a:effectLst/>
                <a:uLnTx/>
                <a:uFillTx/>
                <a:latin typeface="Tahoma"/>
              </a:rPr>
              <a:t>Remito del proveedor</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AR" sz="1050" b="0" i="0" u="none" strike="noStrike" kern="0" cap="none" spc="0" normalizeH="0" baseline="0" noProof="0" dirty="0">
                <a:ln>
                  <a:noFill/>
                </a:ln>
                <a:solidFill>
                  <a:srgbClr val="000000"/>
                </a:solidFill>
                <a:effectLst/>
                <a:uLnTx/>
                <a:uFillTx/>
                <a:latin typeface="Tahoma"/>
              </a:rPr>
              <a:t>Informe de recepción</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AR" sz="1050" b="0" i="0" u="none" strike="noStrike" kern="0" cap="none" spc="0" normalizeH="0" baseline="0" noProof="0" dirty="0">
                <a:ln>
                  <a:noFill/>
                </a:ln>
                <a:solidFill>
                  <a:srgbClr val="000000"/>
                </a:solidFill>
                <a:effectLst/>
                <a:uLnTx/>
                <a:uFillTx/>
                <a:latin typeface="Tahoma"/>
              </a:rPr>
              <a:t>Factura del proveedor</a:t>
            </a:r>
          </a:p>
        </p:txBody>
      </p:sp>
    </p:spTree>
    <p:extLst>
      <p:ext uri="{BB962C8B-B14F-4D97-AF65-F5344CB8AC3E}">
        <p14:creationId xmlns:p14="http://schemas.microsoft.com/office/powerpoint/2010/main" val="14529772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4BAEA-3A12-6E1B-98EE-2F63A6132C7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44077D8-462D-ABDF-A049-39A866B3D74E}"/>
              </a:ext>
            </a:extLst>
          </p:cNvPr>
          <p:cNvSpPr>
            <a:spLocks noGrp="1"/>
          </p:cNvSpPr>
          <p:nvPr>
            <p:ph type="title"/>
          </p:nvPr>
        </p:nvSpPr>
        <p:spPr>
          <a:xfrm>
            <a:off x="854037" y="624839"/>
            <a:ext cx="7793037" cy="1143000"/>
          </a:xfrm>
        </p:spPr>
        <p:txBody>
          <a:bodyPr/>
          <a:lstStyle/>
          <a:p>
            <a:r>
              <a:rPr lang="es-AR" dirty="0"/>
              <a:t>🛍️ </a:t>
            </a:r>
            <a:r>
              <a:rPr lang="es-AR" b="1" dirty="0"/>
              <a:t>2. Proceso de Ventas</a:t>
            </a:r>
            <a:br>
              <a:rPr lang="es-AR" b="1" dirty="0"/>
            </a:br>
            <a:endParaRPr lang="es-AR" dirty="0"/>
          </a:p>
        </p:txBody>
      </p:sp>
      <p:sp>
        <p:nvSpPr>
          <p:cNvPr id="3" name="Marcador de contenido 2">
            <a:extLst>
              <a:ext uri="{FF2B5EF4-FFF2-40B4-BE49-F238E27FC236}">
                <a16:creationId xmlns:a16="http://schemas.microsoft.com/office/drawing/2014/main" id="{8D277174-DFD6-8929-89E8-BB3EDDDE495D}"/>
              </a:ext>
            </a:extLst>
          </p:cNvPr>
          <p:cNvSpPr>
            <a:spLocks noGrp="1"/>
          </p:cNvSpPr>
          <p:nvPr>
            <p:ph idx="1"/>
          </p:nvPr>
        </p:nvSpPr>
        <p:spPr/>
        <p:txBody>
          <a:bodyPr/>
          <a:lstStyle/>
          <a:p>
            <a:r>
              <a:rPr lang="es-AR" sz="1800" dirty="0"/>
              <a:t>El proceso de ventas gestiona la comercialización de productos o servicios hacia clientes, asegurando cumplimiento de condiciones comerciales y satisfacción del cliente.</a:t>
            </a:r>
          </a:p>
          <a:p>
            <a:endParaRPr lang="es-AR" sz="1800" dirty="0"/>
          </a:p>
          <a:p>
            <a:endParaRPr lang="es-AR" sz="1800" dirty="0"/>
          </a:p>
          <a:p>
            <a:r>
              <a:rPr lang="es-AR" sz="1800" b="1" dirty="0"/>
              <a:t>Partes principales</a:t>
            </a:r>
          </a:p>
          <a:p>
            <a:pPr lvl="1"/>
            <a:r>
              <a:rPr lang="es-AR" sz="1800" b="1" dirty="0"/>
              <a:t>Cotización o presupuesto</a:t>
            </a:r>
            <a:endParaRPr lang="es-AR" sz="1800" dirty="0"/>
          </a:p>
          <a:p>
            <a:pPr lvl="1"/>
            <a:r>
              <a:rPr lang="es-AR" sz="1800" b="1" dirty="0"/>
              <a:t>Pedido del cliente</a:t>
            </a:r>
            <a:endParaRPr lang="es-AR" sz="1800" dirty="0"/>
          </a:p>
          <a:p>
            <a:pPr lvl="1"/>
            <a:r>
              <a:rPr lang="es-AR" sz="1800" b="1" dirty="0"/>
              <a:t>Aprobación comercial</a:t>
            </a:r>
            <a:endParaRPr lang="es-AR" sz="1800" dirty="0"/>
          </a:p>
          <a:p>
            <a:pPr lvl="1"/>
            <a:r>
              <a:rPr lang="es-AR" sz="1800" b="1" dirty="0"/>
              <a:t>Emisión de factura</a:t>
            </a:r>
            <a:endParaRPr lang="es-AR" sz="1800" dirty="0"/>
          </a:p>
          <a:p>
            <a:pPr lvl="1"/>
            <a:r>
              <a:rPr lang="es-AR" sz="1800" b="1" dirty="0"/>
              <a:t>Preparación y despacho</a:t>
            </a:r>
            <a:endParaRPr lang="es-AR" sz="1800" dirty="0"/>
          </a:p>
          <a:p>
            <a:pPr lvl="1"/>
            <a:r>
              <a:rPr lang="es-AR" sz="1800" b="1" dirty="0"/>
              <a:t>Entrega</a:t>
            </a:r>
            <a:endParaRPr lang="es-AR" sz="1800" dirty="0"/>
          </a:p>
          <a:p>
            <a:pPr lvl="1"/>
            <a:r>
              <a:rPr lang="es-AR" sz="1800" b="1" dirty="0"/>
              <a:t>Postventa</a:t>
            </a:r>
            <a:endParaRPr lang="es-AR" sz="1800" dirty="0"/>
          </a:p>
          <a:p>
            <a:endParaRPr lang="es-AR" dirty="0"/>
          </a:p>
        </p:txBody>
      </p:sp>
      <p:sp>
        <p:nvSpPr>
          <p:cNvPr id="4" name="CuadroTexto 3">
            <a:extLst>
              <a:ext uri="{FF2B5EF4-FFF2-40B4-BE49-F238E27FC236}">
                <a16:creationId xmlns:a16="http://schemas.microsoft.com/office/drawing/2014/main" id="{87CC7A33-64BE-B54F-A347-89A44BECC656}"/>
              </a:ext>
            </a:extLst>
          </p:cNvPr>
          <p:cNvSpPr txBox="1"/>
          <p:nvPr/>
        </p:nvSpPr>
        <p:spPr>
          <a:xfrm>
            <a:off x="4750555" y="2819400"/>
            <a:ext cx="3612995" cy="3450175"/>
          </a:xfrm>
          <a:prstGeom prst="rect">
            <a:avLst/>
          </a:prstGeom>
          <a:noFill/>
        </p:spPr>
        <p:txBody>
          <a:bodyPr wrap="square" rtlCol="0">
            <a:spAutoFit/>
          </a:bodyPr>
          <a:lstStyle/>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itchFamily="2" charset="2"/>
              <a:buChar char="n"/>
              <a:tabLst/>
              <a:defRPr/>
            </a:pPr>
            <a:r>
              <a:rPr kumimoji="0" lang="es-AR" sz="1600" b="1" i="0" u="none" strike="noStrike" kern="0" cap="none" spc="0" normalizeH="0" baseline="0" noProof="0" dirty="0">
                <a:ln>
                  <a:noFill/>
                </a:ln>
                <a:solidFill>
                  <a:srgbClr val="000000"/>
                </a:solidFill>
                <a:effectLst/>
                <a:uLnTx/>
                <a:uFillTx/>
                <a:latin typeface="Tahoma"/>
                <a:ea typeface="+mn-ea"/>
                <a:cs typeface="+mn-cs"/>
              </a:rPr>
              <a:t>Circuito de datos</a:t>
            </a:r>
          </a:p>
          <a:p>
            <a:pPr marL="800100" lvl="1" indent="-342900">
              <a:buFont typeface="Arial" panose="020B0604020202020204" pitchFamily="34" charset="0"/>
              <a:buChar char="•"/>
            </a:pPr>
            <a:r>
              <a:rPr lang="es-AR" sz="1200" dirty="0">
                <a:solidFill>
                  <a:schemeClr val="tx1"/>
                </a:solidFill>
                <a:effectLst/>
              </a:rPr>
              <a:t>Datos del cliente (CUIT, domicilio, condiciones)</a:t>
            </a:r>
            <a:endParaRPr lang="es-AR" sz="1200" dirty="0">
              <a:solidFill>
                <a:schemeClr val="tx1"/>
              </a:solidFill>
            </a:endParaRPr>
          </a:p>
          <a:p>
            <a:pPr marL="800100" lvl="1" indent="-342900">
              <a:buFont typeface="Arial" panose="020B0604020202020204" pitchFamily="34" charset="0"/>
              <a:buChar char="•"/>
            </a:pPr>
            <a:r>
              <a:rPr lang="es-AR" sz="1200" dirty="0">
                <a:solidFill>
                  <a:schemeClr val="tx1"/>
                </a:solidFill>
                <a:effectLst/>
              </a:rPr>
              <a:t>Lista de precios y descuentos</a:t>
            </a:r>
            <a:endParaRPr lang="es-AR" sz="1200" dirty="0">
              <a:solidFill>
                <a:schemeClr val="tx1"/>
              </a:solidFill>
            </a:endParaRPr>
          </a:p>
          <a:p>
            <a:pPr marL="800100" lvl="1" indent="-342900">
              <a:buFont typeface="Arial" panose="020B0604020202020204" pitchFamily="34" charset="0"/>
              <a:buChar char="•"/>
            </a:pPr>
            <a:r>
              <a:rPr lang="es-AR" sz="1200" dirty="0">
                <a:solidFill>
                  <a:schemeClr val="tx1"/>
                </a:solidFill>
                <a:effectLst/>
              </a:rPr>
              <a:t>Pedido (productos, cantidades, fechas)</a:t>
            </a:r>
            <a:endParaRPr lang="es-AR" sz="1200" dirty="0">
              <a:solidFill>
                <a:schemeClr val="tx1"/>
              </a:solidFill>
            </a:endParaRPr>
          </a:p>
          <a:p>
            <a:pPr marL="800100" lvl="1" indent="-342900">
              <a:buFont typeface="Arial" panose="020B0604020202020204" pitchFamily="34" charset="0"/>
              <a:buChar char="•"/>
            </a:pPr>
            <a:r>
              <a:rPr lang="es-AR" sz="1200" dirty="0">
                <a:solidFill>
                  <a:schemeClr val="tx1"/>
                </a:solidFill>
                <a:effectLst/>
              </a:rPr>
              <a:t>Estado del pedido (pendiente, preparado, enviado)</a:t>
            </a:r>
            <a:endParaRPr lang="es-AR" sz="1200" dirty="0">
              <a:solidFill>
                <a:schemeClr val="tx1"/>
              </a:solidFill>
            </a:endParaRPr>
          </a:p>
          <a:p>
            <a:pPr marL="800100" lvl="1" indent="-342900">
              <a:buFont typeface="Arial" panose="020B0604020202020204" pitchFamily="34" charset="0"/>
              <a:buChar char="•"/>
            </a:pPr>
            <a:r>
              <a:rPr lang="es-AR" sz="1200" dirty="0">
                <a:solidFill>
                  <a:schemeClr val="tx1"/>
                </a:solidFill>
                <a:effectLst/>
              </a:rPr>
              <a:t>Datos de entrega (transporte, fecha, remito)</a:t>
            </a:r>
            <a:endParaRPr lang="es-AR" sz="1200" dirty="0">
              <a:solidFill>
                <a:schemeClr val="tx1"/>
              </a:solidFill>
            </a:endParaRPr>
          </a:p>
          <a:p>
            <a:pPr marL="800100" lvl="1" indent="-342900">
              <a:buFont typeface="Arial" panose="020B0604020202020204" pitchFamily="34" charset="0"/>
              <a:buChar char="•"/>
            </a:pPr>
            <a:r>
              <a:rPr lang="es-AR" sz="1200" dirty="0">
                <a:solidFill>
                  <a:schemeClr val="tx1"/>
                </a:solidFill>
                <a:effectLst/>
              </a:rPr>
              <a:t>Datos de facturación (importe, impuestos, vencimiento)</a:t>
            </a:r>
            <a:endParaRPr lang="es-AR" sz="1200" dirty="0">
              <a:solidFill>
                <a:schemeClr val="tx1"/>
              </a:solidFill>
            </a:endParaRP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itchFamily="2" charset="2"/>
              <a:buChar char="n"/>
              <a:tabLst/>
              <a:defRPr/>
            </a:pPr>
            <a:r>
              <a:rPr kumimoji="0" lang="es-AR" sz="1600" b="1" i="0" u="none" strike="noStrike" kern="0" cap="none" spc="0" normalizeH="0" baseline="0" noProof="0" dirty="0">
                <a:ln>
                  <a:noFill/>
                </a:ln>
                <a:solidFill>
                  <a:srgbClr val="000000"/>
                </a:solidFill>
                <a:effectLst/>
                <a:uLnTx/>
                <a:uFillTx/>
                <a:latin typeface="Tahoma"/>
                <a:ea typeface="+mn-ea"/>
                <a:cs typeface="+mn-cs"/>
              </a:rPr>
              <a:t>Circuito documental</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lang="es-AR" sz="1050" kern="0" dirty="0">
                <a:solidFill>
                  <a:srgbClr val="000000"/>
                </a:solidFill>
                <a:latin typeface="Tahoma"/>
              </a:rPr>
              <a:t>Cotización</a:t>
            </a:r>
            <a:endParaRPr kumimoji="0" lang="es-AR" sz="1050" b="0" i="0" u="none" strike="noStrike" kern="0" cap="none" spc="0" normalizeH="0" baseline="0" noProof="0" dirty="0">
              <a:ln>
                <a:noFill/>
              </a:ln>
              <a:solidFill>
                <a:srgbClr val="000000"/>
              </a:solidFill>
              <a:effectLst/>
              <a:uLnTx/>
              <a:uFillTx/>
              <a:latin typeface="Tahoma"/>
            </a:endParaRP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lang="es-AR" sz="1050" kern="0" dirty="0">
                <a:solidFill>
                  <a:srgbClr val="000000"/>
                </a:solidFill>
                <a:latin typeface="Tahoma"/>
              </a:rPr>
              <a:t>Pedido del cliente</a:t>
            </a:r>
            <a:endParaRPr kumimoji="0" lang="es-AR" sz="1050" b="0" i="0" u="none" strike="noStrike" kern="0" cap="none" spc="0" normalizeH="0" baseline="0" noProof="0" dirty="0">
              <a:ln>
                <a:noFill/>
              </a:ln>
              <a:solidFill>
                <a:srgbClr val="000000"/>
              </a:solidFill>
              <a:effectLst/>
              <a:uLnTx/>
              <a:uFillTx/>
              <a:latin typeface="Tahoma"/>
            </a:endParaRP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AR" sz="1050" b="0" i="0" u="none" strike="noStrike" kern="0" cap="none" spc="0" normalizeH="0" baseline="0" noProof="0" dirty="0">
                <a:ln>
                  <a:noFill/>
                </a:ln>
                <a:solidFill>
                  <a:srgbClr val="000000"/>
                </a:solidFill>
                <a:effectLst/>
                <a:uLnTx/>
                <a:uFillTx/>
                <a:latin typeface="Tahoma"/>
              </a:rPr>
              <a:t>Reserva de producto</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lang="es-AR" sz="1050" kern="0" dirty="0">
                <a:solidFill>
                  <a:srgbClr val="000000"/>
                </a:solidFill>
                <a:latin typeface="Tahoma"/>
              </a:rPr>
              <a:t>Remito de entrega</a:t>
            </a:r>
            <a:endParaRPr kumimoji="0" lang="es-AR" sz="1050" b="0" i="0" u="none" strike="noStrike" kern="0" cap="none" spc="0" normalizeH="0" baseline="0" noProof="0" dirty="0">
              <a:ln>
                <a:noFill/>
              </a:ln>
              <a:solidFill>
                <a:srgbClr val="000000"/>
              </a:solidFill>
              <a:effectLst/>
              <a:uLnTx/>
              <a:uFillTx/>
              <a:latin typeface="Tahoma"/>
            </a:endParaRP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AR" sz="1050" b="0" i="0" u="none" strike="noStrike" kern="0" cap="none" spc="0" normalizeH="0" baseline="0" noProof="0" dirty="0">
                <a:ln>
                  <a:noFill/>
                </a:ln>
                <a:solidFill>
                  <a:srgbClr val="000000"/>
                </a:solidFill>
                <a:effectLst/>
                <a:uLnTx/>
                <a:uFillTx/>
                <a:latin typeface="Tahoma"/>
              </a:rPr>
              <a:t>Factura </a:t>
            </a:r>
            <a:r>
              <a:rPr lang="es-AR" sz="1050" kern="0" dirty="0">
                <a:solidFill>
                  <a:srgbClr val="000000"/>
                </a:solidFill>
                <a:latin typeface="Tahoma"/>
              </a:rPr>
              <a:t>al cliente</a:t>
            </a:r>
            <a:endParaRPr kumimoji="0" lang="es-AR" sz="1050" b="0" i="0" u="none" strike="noStrike" kern="0" cap="none" spc="0" normalizeH="0" baseline="0" noProof="0" dirty="0">
              <a:ln>
                <a:noFill/>
              </a:ln>
              <a:solidFill>
                <a:srgbClr val="000000"/>
              </a:solidFill>
              <a:effectLst/>
              <a:uLnTx/>
              <a:uFillTx/>
              <a:latin typeface="Tahoma"/>
            </a:endParaRPr>
          </a:p>
        </p:txBody>
      </p:sp>
    </p:spTree>
    <p:extLst>
      <p:ext uri="{BB962C8B-B14F-4D97-AF65-F5344CB8AC3E}">
        <p14:creationId xmlns:p14="http://schemas.microsoft.com/office/powerpoint/2010/main" val="42938443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D6BBB-0654-FAED-0E46-927EB8711B1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157E0EE-CBCF-7ECA-A3E1-6A00DB83A042}"/>
              </a:ext>
            </a:extLst>
          </p:cNvPr>
          <p:cNvSpPr>
            <a:spLocks noGrp="1"/>
          </p:cNvSpPr>
          <p:nvPr>
            <p:ph type="title"/>
          </p:nvPr>
        </p:nvSpPr>
        <p:spPr>
          <a:xfrm>
            <a:off x="854037" y="624839"/>
            <a:ext cx="7793037" cy="1143000"/>
          </a:xfrm>
        </p:spPr>
        <p:txBody>
          <a:bodyPr/>
          <a:lstStyle/>
          <a:p>
            <a:r>
              <a:rPr lang="es-AR" dirty="0"/>
              <a:t>💸 </a:t>
            </a:r>
            <a:r>
              <a:rPr lang="es-AR" b="1" dirty="0"/>
              <a:t>3. Proceso de Pagos</a:t>
            </a:r>
            <a:br>
              <a:rPr lang="es-AR" b="1" dirty="0"/>
            </a:br>
            <a:endParaRPr lang="es-AR" dirty="0"/>
          </a:p>
        </p:txBody>
      </p:sp>
      <p:sp>
        <p:nvSpPr>
          <p:cNvPr id="3" name="Marcador de contenido 2">
            <a:extLst>
              <a:ext uri="{FF2B5EF4-FFF2-40B4-BE49-F238E27FC236}">
                <a16:creationId xmlns:a16="http://schemas.microsoft.com/office/drawing/2014/main" id="{FDA37ADE-9D99-C020-94C6-4F0AEF897CB8}"/>
              </a:ext>
            </a:extLst>
          </p:cNvPr>
          <p:cNvSpPr>
            <a:spLocks noGrp="1"/>
          </p:cNvSpPr>
          <p:nvPr>
            <p:ph idx="1"/>
          </p:nvPr>
        </p:nvSpPr>
        <p:spPr/>
        <p:txBody>
          <a:bodyPr/>
          <a:lstStyle/>
          <a:p>
            <a:r>
              <a:rPr lang="es-AR" sz="1800" dirty="0"/>
              <a:t>Gestiona el cumplimiento de obligaciones económicas con proveedores, asegurando exactitud, oportunidad y control financiero.</a:t>
            </a:r>
          </a:p>
          <a:p>
            <a:endParaRPr lang="es-AR" sz="1800" dirty="0"/>
          </a:p>
          <a:p>
            <a:endParaRPr lang="es-AR" sz="1800" dirty="0"/>
          </a:p>
          <a:p>
            <a:r>
              <a:rPr lang="es-AR" sz="1800" b="1" dirty="0"/>
              <a:t>Partes principales</a:t>
            </a:r>
          </a:p>
          <a:p>
            <a:pPr lvl="1"/>
            <a:r>
              <a:rPr lang="es-AR" sz="1400" b="1" dirty="0"/>
              <a:t>Recepción y validación de factura</a:t>
            </a:r>
            <a:endParaRPr lang="es-AR" sz="1400" dirty="0"/>
          </a:p>
          <a:p>
            <a:pPr lvl="1"/>
            <a:r>
              <a:rPr lang="es-AR" sz="1400" b="1" dirty="0"/>
              <a:t>Programación de pagos</a:t>
            </a:r>
            <a:endParaRPr lang="es-AR" sz="1400" dirty="0"/>
          </a:p>
          <a:p>
            <a:pPr lvl="1"/>
            <a:r>
              <a:rPr lang="es-AR" sz="1400" b="1" dirty="0"/>
              <a:t>Autorización interna</a:t>
            </a:r>
            <a:endParaRPr lang="es-AR" sz="1400" dirty="0"/>
          </a:p>
          <a:p>
            <a:pPr lvl="1"/>
            <a:r>
              <a:rPr lang="es-AR" sz="1400" b="1" dirty="0"/>
              <a:t>Ejecución del pago</a:t>
            </a:r>
            <a:endParaRPr lang="es-AR" sz="1400" dirty="0"/>
          </a:p>
          <a:p>
            <a:pPr lvl="1"/>
            <a:r>
              <a:rPr lang="es-AR" sz="1400" b="1" dirty="0"/>
              <a:t>Registro contable</a:t>
            </a:r>
            <a:endParaRPr lang="es-AR" sz="1400" dirty="0"/>
          </a:p>
          <a:p>
            <a:pPr lvl="1"/>
            <a:r>
              <a:rPr lang="es-AR" sz="1400" b="1" dirty="0"/>
              <a:t>Conciliación bancaria</a:t>
            </a:r>
            <a:endParaRPr lang="es-AR" sz="1400" dirty="0"/>
          </a:p>
          <a:p>
            <a:endParaRPr lang="es-AR" dirty="0"/>
          </a:p>
        </p:txBody>
      </p:sp>
      <p:sp>
        <p:nvSpPr>
          <p:cNvPr id="4" name="CuadroTexto 3">
            <a:extLst>
              <a:ext uri="{FF2B5EF4-FFF2-40B4-BE49-F238E27FC236}">
                <a16:creationId xmlns:a16="http://schemas.microsoft.com/office/drawing/2014/main" id="{AC7E10C2-0D9F-BFAE-3C10-03DA19DB3A5B}"/>
              </a:ext>
            </a:extLst>
          </p:cNvPr>
          <p:cNvSpPr txBox="1"/>
          <p:nvPr/>
        </p:nvSpPr>
        <p:spPr>
          <a:xfrm>
            <a:off x="4750555" y="2819400"/>
            <a:ext cx="3612995" cy="2766911"/>
          </a:xfrm>
          <a:prstGeom prst="rect">
            <a:avLst/>
          </a:prstGeom>
          <a:noFill/>
        </p:spPr>
        <p:txBody>
          <a:bodyPr wrap="square" rtlCol="0">
            <a:spAutoFit/>
          </a:bodyPr>
          <a:lstStyle/>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itchFamily="2" charset="2"/>
              <a:buChar char="n"/>
              <a:tabLst/>
              <a:defRPr/>
            </a:pPr>
            <a:r>
              <a:rPr kumimoji="0" lang="es-AR" sz="1600" b="1" i="0" u="none" strike="noStrike" kern="0" cap="none" spc="0" normalizeH="0" baseline="0" noProof="0" dirty="0">
                <a:ln>
                  <a:noFill/>
                </a:ln>
                <a:solidFill>
                  <a:srgbClr val="000000"/>
                </a:solidFill>
                <a:effectLst/>
                <a:uLnTx/>
                <a:uFillTx/>
                <a:latin typeface="Tahoma"/>
                <a:ea typeface="+mn-ea"/>
                <a:cs typeface="+mn-cs"/>
              </a:rPr>
              <a:t>Circuito de datos</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MX" sz="1050" b="0" i="0" u="none" strike="noStrike" kern="0" cap="none" spc="0" normalizeH="0" baseline="0" noProof="0" dirty="0">
                <a:ln>
                  <a:noFill/>
                </a:ln>
                <a:solidFill>
                  <a:srgbClr val="000000"/>
                </a:solidFill>
                <a:effectLst/>
                <a:uLnTx/>
                <a:uFillTx/>
                <a:latin typeface="Tahoma"/>
              </a:rPr>
              <a:t>Datos del proveedor y condiciones de pago</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MX" sz="1050" b="0" i="0" u="none" strike="noStrike" kern="0" cap="none" spc="0" normalizeH="0" baseline="0" noProof="0" dirty="0">
                <a:ln>
                  <a:noFill/>
                </a:ln>
                <a:solidFill>
                  <a:srgbClr val="000000"/>
                </a:solidFill>
                <a:effectLst/>
                <a:uLnTx/>
                <a:uFillTx/>
                <a:latin typeface="Tahoma"/>
              </a:rPr>
              <a:t>Facturas pendientes y vencimientos</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MX" sz="1050" b="0" i="0" u="none" strike="noStrike" kern="0" cap="none" spc="0" normalizeH="0" baseline="0" noProof="0" dirty="0">
                <a:ln>
                  <a:noFill/>
                </a:ln>
                <a:solidFill>
                  <a:srgbClr val="000000"/>
                </a:solidFill>
                <a:effectLst/>
                <a:uLnTx/>
                <a:uFillTx/>
                <a:latin typeface="Tahoma"/>
              </a:rPr>
              <a:t>Medio de pago (transferencia, cheque, etc.)</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MX" sz="1050" b="0" i="0" u="none" strike="noStrike" kern="0" cap="none" spc="0" normalizeH="0" baseline="0" noProof="0" dirty="0">
                <a:ln>
                  <a:noFill/>
                </a:ln>
                <a:solidFill>
                  <a:srgbClr val="000000"/>
                </a:solidFill>
                <a:effectLst/>
                <a:uLnTx/>
                <a:uFillTx/>
                <a:latin typeface="Tahoma"/>
              </a:rPr>
              <a:t>Estado del pago (programado, ejecutado)</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MX" sz="1050" b="0" i="0" u="none" strike="noStrike" kern="0" cap="none" spc="0" normalizeH="0" baseline="0" noProof="0" dirty="0">
                <a:ln>
                  <a:noFill/>
                </a:ln>
                <a:solidFill>
                  <a:srgbClr val="000000"/>
                </a:solidFill>
                <a:effectLst/>
                <a:uLnTx/>
                <a:uFillTx/>
                <a:latin typeface="Tahoma"/>
              </a:rPr>
              <a:t>Datos bancarios y comprobantes</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endParaRPr lang="es-MX" sz="1050" kern="0" dirty="0">
              <a:solidFill>
                <a:srgbClr val="000000"/>
              </a:solidFill>
              <a:latin typeface="Tahoma"/>
              <a:ea typeface="+mn-ea"/>
              <a:cs typeface="+mn-cs"/>
            </a:endParaRPr>
          </a:p>
          <a:p>
            <a:pPr marL="285750" indent="-285750">
              <a:spcBef>
                <a:spcPct val="20000"/>
              </a:spcBef>
              <a:buClr>
                <a:srgbClr val="FF0000"/>
              </a:buClr>
              <a:buSzPct val="55000"/>
              <a:buFont typeface="Wingdings" pitchFamily="2" charset="2"/>
              <a:buChar char="n"/>
              <a:defRPr/>
            </a:pPr>
            <a:r>
              <a:rPr kumimoji="0" lang="es-AR" sz="1600" b="1" i="0" u="none" strike="noStrike" kern="0" cap="none" spc="0" normalizeH="0" baseline="0" noProof="0" dirty="0">
                <a:ln>
                  <a:noFill/>
                </a:ln>
                <a:solidFill>
                  <a:srgbClr val="000000"/>
                </a:solidFill>
                <a:effectLst/>
                <a:uLnTx/>
                <a:uFillTx/>
                <a:latin typeface="Tahoma"/>
                <a:ea typeface="+mn-ea"/>
                <a:cs typeface="+mn-cs"/>
              </a:rPr>
              <a:t>Circuito documental</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MX" sz="1050" b="0" i="0" u="none" strike="noStrike" kern="0" cap="none" spc="0" normalizeH="0" baseline="0" noProof="0" dirty="0">
                <a:ln>
                  <a:noFill/>
                </a:ln>
                <a:solidFill>
                  <a:srgbClr val="000000"/>
                </a:solidFill>
                <a:effectLst/>
                <a:uLnTx/>
                <a:uFillTx/>
                <a:latin typeface="Tahoma"/>
              </a:rPr>
              <a:t>Factura del proveedor</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MX" sz="1050" b="0" i="0" u="none" strike="noStrike" kern="0" cap="none" spc="0" normalizeH="0" baseline="0" noProof="0" dirty="0">
                <a:ln>
                  <a:noFill/>
                </a:ln>
                <a:solidFill>
                  <a:srgbClr val="000000"/>
                </a:solidFill>
                <a:effectLst/>
                <a:uLnTx/>
                <a:uFillTx/>
                <a:latin typeface="Tahoma"/>
              </a:rPr>
              <a:t>Orden de pago</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MX" sz="1050" b="0" i="0" u="none" strike="noStrike" kern="0" cap="none" spc="0" normalizeH="0" baseline="0" noProof="0" dirty="0">
                <a:ln>
                  <a:noFill/>
                </a:ln>
                <a:solidFill>
                  <a:srgbClr val="000000"/>
                </a:solidFill>
                <a:effectLst/>
                <a:uLnTx/>
                <a:uFillTx/>
                <a:latin typeface="Tahoma"/>
              </a:rPr>
              <a:t>Comprobante de transferencia / cheque</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MX" sz="1050" b="0" i="0" u="none" strike="noStrike" kern="0" cap="none" spc="0" normalizeH="0" baseline="0" noProof="0" dirty="0">
                <a:ln>
                  <a:noFill/>
                </a:ln>
                <a:solidFill>
                  <a:srgbClr val="000000"/>
                </a:solidFill>
                <a:effectLst/>
                <a:uLnTx/>
                <a:uFillTx/>
                <a:latin typeface="Tahoma"/>
              </a:rPr>
              <a:t>Registro contable</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MX" sz="1050" b="0" i="0" u="none" strike="noStrike" kern="0" cap="none" spc="0" normalizeH="0" baseline="0" noProof="0" dirty="0">
                <a:ln>
                  <a:noFill/>
                </a:ln>
                <a:solidFill>
                  <a:srgbClr val="000000"/>
                </a:solidFill>
                <a:effectLst/>
                <a:uLnTx/>
                <a:uFillTx/>
                <a:latin typeface="Tahoma"/>
              </a:rPr>
              <a:t>Conciliación bancaria</a:t>
            </a:r>
            <a:endParaRPr kumimoji="0" lang="es-AR" sz="1050" b="0" i="0" u="none" strike="noStrike" kern="0" cap="none" spc="0" normalizeH="0" baseline="0" noProof="0" dirty="0">
              <a:ln>
                <a:noFill/>
              </a:ln>
              <a:solidFill>
                <a:srgbClr val="000000"/>
              </a:solidFill>
              <a:effectLst/>
              <a:uLnTx/>
              <a:uFillTx/>
              <a:latin typeface="Tahoma"/>
            </a:endParaRPr>
          </a:p>
        </p:txBody>
      </p:sp>
    </p:spTree>
    <p:extLst>
      <p:ext uri="{BB962C8B-B14F-4D97-AF65-F5344CB8AC3E}">
        <p14:creationId xmlns:p14="http://schemas.microsoft.com/office/powerpoint/2010/main" val="37007770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5836D-62DB-1046-DFC0-C3D84EDBB47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8458ECD-CAE3-5502-2B78-F1CEDDD0E73B}"/>
              </a:ext>
            </a:extLst>
          </p:cNvPr>
          <p:cNvSpPr>
            <a:spLocks noGrp="1"/>
          </p:cNvSpPr>
          <p:nvPr>
            <p:ph type="title"/>
          </p:nvPr>
        </p:nvSpPr>
        <p:spPr>
          <a:xfrm>
            <a:off x="1072413" y="648902"/>
            <a:ext cx="7793037" cy="1143000"/>
          </a:xfrm>
        </p:spPr>
        <p:txBody>
          <a:bodyPr/>
          <a:lstStyle/>
          <a:p>
            <a:r>
              <a:rPr lang="es-AR" dirty="0"/>
              <a:t>💰 </a:t>
            </a:r>
            <a:r>
              <a:rPr lang="es-AR" b="1" dirty="0"/>
              <a:t>4. Proceso de Cobros</a:t>
            </a:r>
            <a:br>
              <a:rPr lang="es-AR" b="1" dirty="0"/>
            </a:br>
            <a:endParaRPr lang="es-AR" dirty="0"/>
          </a:p>
        </p:txBody>
      </p:sp>
      <p:sp>
        <p:nvSpPr>
          <p:cNvPr id="3" name="Marcador de contenido 2">
            <a:extLst>
              <a:ext uri="{FF2B5EF4-FFF2-40B4-BE49-F238E27FC236}">
                <a16:creationId xmlns:a16="http://schemas.microsoft.com/office/drawing/2014/main" id="{F9D7D2AC-6213-0639-37A9-438198D8B0E1}"/>
              </a:ext>
            </a:extLst>
          </p:cNvPr>
          <p:cNvSpPr>
            <a:spLocks noGrp="1"/>
          </p:cNvSpPr>
          <p:nvPr>
            <p:ph idx="1"/>
          </p:nvPr>
        </p:nvSpPr>
        <p:spPr/>
        <p:txBody>
          <a:bodyPr/>
          <a:lstStyle/>
          <a:p>
            <a:r>
              <a:rPr lang="es-AR" sz="1800" dirty="0"/>
              <a:t>Administra la recepción de pagos de clientes, asegurando la correcta imputación y control de la cartera.</a:t>
            </a:r>
          </a:p>
          <a:p>
            <a:endParaRPr lang="es-AR" sz="1800" dirty="0"/>
          </a:p>
          <a:p>
            <a:endParaRPr lang="es-AR" sz="1800" dirty="0"/>
          </a:p>
          <a:p>
            <a:r>
              <a:rPr lang="es-AR" sz="1800" b="1" dirty="0"/>
              <a:t>Partes principales</a:t>
            </a:r>
          </a:p>
          <a:p>
            <a:pPr lvl="1"/>
            <a:r>
              <a:rPr lang="es-AR" sz="1800" b="1" dirty="0"/>
              <a:t>Emisión de factura</a:t>
            </a:r>
            <a:endParaRPr lang="es-AR" sz="1800" dirty="0"/>
          </a:p>
          <a:p>
            <a:pPr lvl="1"/>
            <a:r>
              <a:rPr lang="es-AR" sz="1800" b="1" dirty="0"/>
              <a:t>Gestión de cobranzas</a:t>
            </a:r>
            <a:endParaRPr lang="es-AR" sz="1800" dirty="0"/>
          </a:p>
          <a:p>
            <a:pPr lvl="1"/>
            <a:r>
              <a:rPr lang="es-AR" sz="1800" b="1" dirty="0"/>
              <a:t>Recepción del pago</a:t>
            </a:r>
            <a:endParaRPr lang="es-AR" sz="1800" dirty="0"/>
          </a:p>
          <a:p>
            <a:pPr lvl="1"/>
            <a:r>
              <a:rPr lang="es-AR" sz="1800" b="1" dirty="0"/>
              <a:t>Imputación contable</a:t>
            </a:r>
            <a:endParaRPr lang="es-AR" sz="1800" dirty="0"/>
          </a:p>
          <a:p>
            <a:pPr lvl="1"/>
            <a:r>
              <a:rPr lang="es-AR" sz="1800" b="1" dirty="0"/>
              <a:t>Conciliación bancaria</a:t>
            </a:r>
            <a:endParaRPr lang="es-AR" sz="1800" dirty="0"/>
          </a:p>
          <a:p>
            <a:pPr lvl="1"/>
            <a:r>
              <a:rPr lang="es-AR" sz="1800" b="1" dirty="0"/>
              <a:t>Seguimiento de morosidad</a:t>
            </a:r>
            <a:endParaRPr lang="es-AR" sz="1800" dirty="0"/>
          </a:p>
          <a:p>
            <a:endParaRPr lang="es-AR" dirty="0"/>
          </a:p>
        </p:txBody>
      </p:sp>
      <p:sp>
        <p:nvSpPr>
          <p:cNvPr id="4" name="CuadroTexto 3">
            <a:extLst>
              <a:ext uri="{FF2B5EF4-FFF2-40B4-BE49-F238E27FC236}">
                <a16:creationId xmlns:a16="http://schemas.microsoft.com/office/drawing/2014/main" id="{4A90416A-25DC-A71E-8E78-CC934C37AB87}"/>
              </a:ext>
            </a:extLst>
          </p:cNvPr>
          <p:cNvSpPr txBox="1"/>
          <p:nvPr/>
        </p:nvSpPr>
        <p:spPr>
          <a:xfrm>
            <a:off x="4750555" y="2819400"/>
            <a:ext cx="3612995" cy="2734595"/>
          </a:xfrm>
          <a:prstGeom prst="rect">
            <a:avLst/>
          </a:prstGeom>
          <a:noFill/>
        </p:spPr>
        <p:txBody>
          <a:bodyPr wrap="square" rtlCol="0">
            <a:spAutoFit/>
          </a:bodyPr>
          <a:lstStyle/>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itchFamily="2" charset="2"/>
              <a:buChar char="n"/>
              <a:tabLst/>
              <a:defRPr/>
            </a:pPr>
            <a:r>
              <a:rPr kumimoji="0" lang="es-AR" sz="1600" b="1" i="0" u="none" strike="noStrike" kern="0" cap="none" spc="0" normalizeH="0" baseline="0" noProof="0" dirty="0">
                <a:ln>
                  <a:noFill/>
                </a:ln>
                <a:solidFill>
                  <a:srgbClr val="000000"/>
                </a:solidFill>
                <a:effectLst/>
                <a:uLnTx/>
                <a:uFillTx/>
                <a:latin typeface="Tahoma"/>
                <a:ea typeface="+mn-ea"/>
                <a:cs typeface="+mn-cs"/>
              </a:rPr>
              <a:t>Circuito de datos</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MX" sz="1050" b="0" i="0" u="none" strike="noStrike" kern="0" cap="none" spc="0" normalizeH="0" baseline="0" noProof="0" dirty="0">
                <a:ln>
                  <a:noFill/>
                </a:ln>
                <a:solidFill>
                  <a:srgbClr val="000000"/>
                </a:solidFill>
                <a:effectLst/>
                <a:uLnTx/>
                <a:uFillTx/>
                <a:latin typeface="Tahoma"/>
              </a:rPr>
              <a:t>Datos del cliente y condiciones de pago</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MX" sz="1050" b="0" i="0" u="none" strike="noStrike" kern="0" cap="none" spc="0" normalizeH="0" baseline="0" noProof="0" dirty="0">
                <a:ln>
                  <a:noFill/>
                </a:ln>
                <a:solidFill>
                  <a:srgbClr val="000000"/>
                </a:solidFill>
                <a:effectLst/>
                <a:uLnTx/>
                <a:uFillTx/>
                <a:latin typeface="Tahoma"/>
              </a:rPr>
              <a:t>Facturas emitidas y vencimientos</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MX" sz="1050" b="0" i="0" u="none" strike="noStrike" kern="0" cap="none" spc="0" normalizeH="0" baseline="0" noProof="0" dirty="0">
                <a:ln>
                  <a:noFill/>
                </a:ln>
                <a:solidFill>
                  <a:srgbClr val="000000"/>
                </a:solidFill>
                <a:effectLst/>
                <a:uLnTx/>
                <a:uFillTx/>
                <a:latin typeface="Tahoma"/>
              </a:rPr>
              <a:t>Estado de cuenta corriente</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MX" sz="1050" b="0" i="0" u="none" strike="noStrike" kern="0" cap="none" spc="0" normalizeH="0" baseline="0" noProof="0" dirty="0">
                <a:ln>
                  <a:noFill/>
                </a:ln>
                <a:solidFill>
                  <a:srgbClr val="000000"/>
                </a:solidFill>
                <a:effectLst/>
                <a:uLnTx/>
                <a:uFillTx/>
                <a:latin typeface="Tahoma"/>
              </a:rPr>
              <a:t>Medio de cobro (transferencia, efectivo, tarjeta)</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MX" sz="1050" b="0" i="0" u="none" strike="noStrike" kern="0" cap="none" spc="0" normalizeH="0" baseline="0" noProof="0" dirty="0">
                <a:ln>
                  <a:noFill/>
                </a:ln>
                <a:solidFill>
                  <a:srgbClr val="000000"/>
                </a:solidFill>
                <a:effectLst/>
                <a:uLnTx/>
                <a:uFillTx/>
                <a:latin typeface="Tahoma"/>
              </a:rPr>
              <a:t>Imputación del pago a facturas</a:t>
            </a:r>
          </a:p>
          <a:p>
            <a:pPr marL="285750" indent="-285750">
              <a:spcBef>
                <a:spcPct val="20000"/>
              </a:spcBef>
              <a:buClr>
                <a:srgbClr val="FF0000"/>
              </a:buClr>
              <a:buSzPct val="55000"/>
              <a:buFont typeface="Wingdings" pitchFamily="2" charset="2"/>
              <a:buChar char="n"/>
              <a:defRPr/>
            </a:pPr>
            <a:r>
              <a:rPr kumimoji="0" lang="es-AR" sz="1600" b="1" i="0" u="none" strike="noStrike" kern="0" cap="none" spc="0" normalizeH="0" baseline="0" noProof="0" dirty="0">
                <a:ln>
                  <a:noFill/>
                </a:ln>
                <a:solidFill>
                  <a:srgbClr val="000000"/>
                </a:solidFill>
                <a:effectLst/>
                <a:uLnTx/>
                <a:uFillTx/>
                <a:latin typeface="Tahoma"/>
                <a:ea typeface="+mn-ea"/>
                <a:cs typeface="+mn-cs"/>
              </a:rPr>
              <a:t>Circuito documental</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MX" sz="1050" b="0" i="0" u="none" strike="noStrike" kern="0" cap="none" spc="0" normalizeH="0" baseline="0" noProof="0" dirty="0">
                <a:ln>
                  <a:noFill/>
                </a:ln>
                <a:solidFill>
                  <a:srgbClr val="000000"/>
                </a:solidFill>
                <a:effectLst/>
                <a:uLnTx/>
                <a:uFillTx/>
                <a:latin typeface="Tahoma"/>
              </a:rPr>
              <a:t>Factura</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MX" sz="1050" b="0" i="0" u="none" strike="noStrike" kern="0" cap="none" spc="0" normalizeH="0" baseline="0" noProof="0" dirty="0">
                <a:ln>
                  <a:noFill/>
                </a:ln>
                <a:solidFill>
                  <a:srgbClr val="000000"/>
                </a:solidFill>
                <a:effectLst/>
                <a:uLnTx/>
                <a:uFillTx/>
                <a:latin typeface="Tahoma"/>
              </a:rPr>
              <a:t>Recibo</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MX" sz="1050" b="0" i="0" u="none" strike="noStrike" kern="0" cap="none" spc="0" normalizeH="0" baseline="0" noProof="0" dirty="0">
                <a:ln>
                  <a:noFill/>
                </a:ln>
                <a:solidFill>
                  <a:srgbClr val="000000"/>
                </a:solidFill>
                <a:effectLst/>
                <a:uLnTx/>
                <a:uFillTx/>
                <a:latin typeface="Tahoma"/>
              </a:rPr>
              <a:t>Comprobante bancario</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MX" sz="1050" b="0" i="0" u="none" strike="noStrike" kern="0" cap="none" spc="0" normalizeH="0" baseline="0" noProof="0" dirty="0">
                <a:ln>
                  <a:noFill/>
                </a:ln>
                <a:solidFill>
                  <a:srgbClr val="000000"/>
                </a:solidFill>
                <a:effectLst/>
                <a:uLnTx/>
                <a:uFillTx/>
                <a:latin typeface="Tahoma"/>
              </a:rPr>
              <a:t>Estado de cuenta</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MX" sz="1050" b="0" i="0" u="none" strike="noStrike" kern="0" cap="none" spc="0" normalizeH="0" baseline="0" noProof="0" dirty="0">
                <a:ln>
                  <a:noFill/>
                </a:ln>
                <a:solidFill>
                  <a:srgbClr val="000000"/>
                </a:solidFill>
                <a:effectLst/>
                <a:uLnTx/>
                <a:uFillTx/>
                <a:latin typeface="Tahoma"/>
              </a:rPr>
              <a:t>Registro contable</a:t>
            </a:r>
            <a:endParaRPr kumimoji="0" lang="es-AR" sz="1050" b="0" i="0" u="none" strike="noStrike" kern="0" cap="none" spc="0" normalizeH="0" baseline="0" noProof="0" dirty="0">
              <a:ln>
                <a:noFill/>
              </a:ln>
              <a:solidFill>
                <a:srgbClr val="000000"/>
              </a:solidFill>
              <a:effectLst/>
              <a:uLnTx/>
              <a:uFillTx/>
              <a:latin typeface="Tahoma"/>
            </a:endParaRPr>
          </a:p>
        </p:txBody>
      </p:sp>
    </p:spTree>
    <p:extLst>
      <p:ext uri="{BB962C8B-B14F-4D97-AF65-F5344CB8AC3E}">
        <p14:creationId xmlns:p14="http://schemas.microsoft.com/office/powerpoint/2010/main" val="17342098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361D3-7EEE-8D16-43A7-B419D4B9FB4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469B35D-698F-0DBC-56A3-64C23AF3BE21}"/>
              </a:ext>
            </a:extLst>
          </p:cNvPr>
          <p:cNvSpPr>
            <a:spLocks noGrp="1"/>
          </p:cNvSpPr>
          <p:nvPr>
            <p:ph type="title"/>
          </p:nvPr>
        </p:nvSpPr>
        <p:spPr>
          <a:xfrm>
            <a:off x="854037" y="624839"/>
            <a:ext cx="8101051" cy="1143000"/>
          </a:xfrm>
        </p:spPr>
        <p:txBody>
          <a:bodyPr/>
          <a:lstStyle/>
          <a:p>
            <a:r>
              <a:rPr lang="es-AR" sz="4000" dirty="0"/>
              <a:t>📚 </a:t>
            </a:r>
            <a:r>
              <a:rPr lang="es-AR" sz="4000" b="1" dirty="0"/>
              <a:t>5. Proceso de Contabilidad</a:t>
            </a:r>
            <a:br>
              <a:rPr lang="es-AR" b="1" dirty="0"/>
            </a:br>
            <a:endParaRPr lang="es-AR" dirty="0"/>
          </a:p>
        </p:txBody>
      </p:sp>
      <p:sp>
        <p:nvSpPr>
          <p:cNvPr id="3" name="Marcador de contenido 2">
            <a:extLst>
              <a:ext uri="{FF2B5EF4-FFF2-40B4-BE49-F238E27FC236}">
                <a16:creationId xmlns:a16="http://schemas.microsoft.com/office/drawing/2014/main" id="{68B523D3-5A6A-82CF-7F53-699067417CA7}"/>
              </a:ext>
            </a:extLst>
          </p:cNvPr>
          <p:cNvSpPr>
            <a:spLocks noGrp="1"/>
          </p:cNvSpPr>
          <p:nvPr>
            <p:ph idx="1"/>
          </p:nvPr>
        </p:nvSpPr>
        <p:spPr/>
        <p:txBody>
          <a:bodyPr/>
          <a:lstStyle/>
          <a:p>
            <a:r>
              <a:rPr lang="es-AR" sz="1800" dirty="0"/>
              <a:t>Registra, clasifica y consolida todas las operaciones económicas de la organización, generando información financiera confiable.</a:t>
            </a:r>
          </a:p>
          <a:p>
            <a:endParaRPr lang="es-AR" sz="1800" dirty="0"/>
          </a:p>
          <a:p>
            <a:endParaRPr lang="es-AR" sz="1800" dirty="0"/>
          </a:p>
          <a:p>
            <a:r>
              <a:rPr lang="es-AR" sz="1800" b="1" dirty="0"/>
              <a:t>Partes principales</a:t>
            </a:r>
          </a:p>
          <a:p>
            <a:pPr lvl="1"/>
            <a:r>
              <a:rPr lang="es-AR" sz="1400" b="1" dirty="0"/>
              <a:t>Registro de operaciones</a:t>
            </a:r>
            <a:endParaRPr lang="es-AR" sz="1400" dirty="0"/>
          </a:p>
          <a:p>
            <a:pPr lvl="1"/>
            <a:r>
              <a:rPr lang="es-AR" sz="1400" b="1" dirty="0"/>
              <a:t>Conciliaciones</a:t>
            </a:r>
            <a:endParaRPr lang="es-AR" sz="1400" dirty="0"/>
          </a:p>
          <a:p>
            <a:pPr lvl="1"/>
            <a:r>
              <a:rPr lang="es-AR" sz="1400" b="1" dirty="0"/>
              <a:t>Ajustes y reclasificaciones</a:t>
            </a:r>
            <a:endParaRPr lang="es-AR" sz="1400" dirty="0"/>
          </a:p>
          <a:p>
            <a:pPr lvl="1"/>
            <a:r>
              <a:rPr lang="es-AR" sz="1400" b="1" dirty="0"/>
              <a:t>Generación de estados contables</a:t>
            </a:r>
            <a:endParaRPr lang="es-AR" sz="1400" dirty="0"/>
          </a:p>
          <a:p>
            <a:pPr lvl="1"/>
            <a:r>
              <a:rPr lang="es-AR" sz="1400" b="1" dirty="0"/>
              <a:t>Análisis y reportes</a:t>
            </a:r>
            <a:endParaRPr lang="es-AR" sz="1400" dirty="0"/>
          </a:p>
          <a:p>
            <a:endParaRPr lang="es-AR" dirty="0"/>
          </a:p>
        </p:txBody>
      </p:sp>
      <p:sp>
        <p:nvSpPr>
          <p:cNvPr id="4" name="CuadroTexto 3">
            <a:extLst>
              <a:ext uri="{FF2B5EF4-FFF2-40B4-BE49-F238E27FC236}">
                <a16:creationId xmlns:a16="http://schemas.microsoft.com/office/drawing/2014/main" id="{1C55D2A7-A87F-9B59-2C56-1FBF2E4F1D19}"/>
              </a:ext>
            </a:extLst>
          </p:cNvPr>
          <p:cNvSpPr txBox="1"/>
          <p:nvPr/>
        </p:nvSpPr>
        <p:spPr>
          <a:xfrm>
            <a:off x="4750555" y="2819400"/>
            <a:ext cx="3612995" cy="2702278"/>
          </a:xfrm>
          <a:prstGeom prst="rect">
            <a:avLst/>
          </a:prstGeom>
          <a:noFill/>
        </p:spPr>
        <p:txBody>
          <a:bodyPr wrap="square" rtlCol="0">
            <a:spAutoFit/>
          </a:bodyPr>
          <a:lstStyle/>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itchFamily="2" charset="2"/>
              <a:buChar char="n"/>
              <a:tabLst/>
              <a:defRPr/>
            </a:pPr>
            <a:r>
              <a:rPr kumimoji="0" lang="es-AR" sz="1600" b="1" i="0" u="none" strike="noStrike" kern="0" cap="none" spc="0" normalizeH="0" baseline="0" noProof="0" dirty="0">
                <a:ln>
                  <a:noFill/>
                </a:ln>
                <a:solidFill>
                  <a:srgbClr val="000000"/>
                </a:solidFill>
                <a:effectLst/>
                <a:uLnTx/>
                <a:uFillTx/>
                <a:latin typeface="Tahoma"/>
                <a:ea typeface="+mn-ea"/>
                <a:cs typeface="+mn-cs"/>
              </a:rPr>
              <a:t>Circuito de datos</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MX" sz="1050" b="0" i="0" u="none" strike="noStrike" kern="0" cap="none" spc="0" normalizeH="0" baseline="0" noProof="0" dirty="0">
                <a:ln>
                  <a:noFill/>
                </a:ln>
                <a:solidFill>
                  <a:srgbClr val="000000"/>
                </a:solidFill>
                <a:effectLst/>
                <a:uLnTx/>
                <a:uFillTx/>
                <a:latin typeface="Tahoma"/>
              </a:rPr>
              <a:t>Datos de todas las transacciones (ventas, compras, pagos, cobros)</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MX" sz="1050" b="0" i="0" u="none" strike="noStrike" kern="0" cap="none" spc="0" normalizeH="0" baseline="0" noProof="0" dirty="0">
                <a:ln>
                  <a:noFill/>
                </a:ln>
                <a:solidFill>
                  <a:srgbClr val="000000"/>
                </a:solidFill>
                <a:effectLst/>
                <a:uLnTx/>
                <a:uFillTx/>
                <a:latin typeface="Tahoma"/>
              </a:rPr>
              <a:t>Plan de cuentas</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MX" sz="1050" b="0" i="0" u="none" strike="noStrike" kern="0" cap="none" spc="0" normalizeH="0" baseline="0" noProof="0" dirty="0">
                <a:ln>
                  <a:noFill/>
                </a:ln>
                <a:solidFill>
                  <a:srgbClr val="000000"/>
                </a:solidFill>
                <a:effectLst/>
                <a:uLnTx/>
                <a:uFillTx/>
                <a:latin typeface="Tahoma"/>
              </a:rPr>
              <a:t>Asientos contables</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MX" sz="1050" b="0" i="0" u="none" strike="noStrike" kern="0" cap="none" spc="0" normalizeH="0" baseline="0" noProof="0" dirty="0">
                <a:ln>
                  <a:noFill/>
                </a:ln>
                <a:solidFill>
                  <a:srgbClr val="000000"/>
                </a:solidFill>
                <a:effectLst/>
                <a:uLnTx/>
                <a:uFillTx/>
                <a:latin typeface="Tahoma"/>
              </a:rPr>
              <a:t>Saldos y movimientos</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MX" sz="1050" b="0" i="0" u="none" strike="noStrike" kern="0" cap="none" spc="0" normalizeH="0" baseline="0" noProof="0" dirty="0">
                <a:ln>
                  <a:noFill/>
                </a:ln>
                <a:solidFill>
                  <a:srgbClr val="000000"/>
                </a:solidFill>
                <a:effectLst/>
                <a:uLnTx/>
                <a:uFillTx/>
                <a:latin typeface="Tahoma"/>
              </a:rPr>
              <a:t>Información fiscal e impositiva</a:t>
            </a:r>
          </a:p>
          <a:p>
            <a:pPr marL="285750" indent="-285750">
              <a:spcBef>
                <a:spcPct val="20000"/>
              </a:spcBef>
              <a:buClr>
                <a:srgbClr val="FF0000"/>
              </a:buClr>
              <a:buSzPct val="55000"/>
              <a:buFont typeface="Wingdings" pitchFamily="2" charset="2"/>
              <a:buChar char="n"/>
              <a:defRPr/>
            </a:pPr>
            <a:r>
              <a:rPr kumimoji="0" lang="es-AR" sz="1600" b="1" i="0" u="none" strike="noStrike" kern="0" cap="none" spc="0" normalizeH="0" baseline="0" noProof="0" dirty="0">
                <a:ln>
                  <a:noFill/>
                </a:ln>
                <a:solidFill>
                  <a:srgbClr val="000000"/>
                </a:solidFill>
                <a:effectLst/>
                <a:uLnTx/>
                <a:uFillTx/>
                <a:latin typeface="Tahoma"/>
                <a:ea typeface="+mn-ea"/>
                <a:cs typeface="+mn-cs"/>
              </a:rPr>
              <a:t>Circuito documental</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MX" sz="1050" b="0" i="0" u="none" strike="noStrike" kern="0" cap="none" spc="0" normalizeH="0" baseline="0" noProof="0" dirty="0">
                <a:ln>
                  <a:noFill/>
                </a:ln>
                <a:solidFill>
                  <a:srgbClr val="000000"/>
                </a:solidFill>
                <a:effectLst/>
                <a:uLnTx/>
                <a:uFillTx/>
                <a:latin typeface="Tahoma"/>
              </a:rPr>
              <a:t>Asientos contables</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MX" sz="1050" b="0" i="0" u="none" strike="noStrike" kern="0" cap="none" spc="0" normalizeH="0" baseline="0" noProof="0" dirty="0">
                <a:ln>
                  <a:noFill/>
                </a:ln>
                <a:solidFill>
                  <a:srgbClr val="000000"/>
                </a:solidFill>
                <a:effectLst/>
                <a:uLnTx/>
                <a:uFillTx/>
                <a:latin typeface="Tahoma"/>
              </a:rPr>
              <a:t>Libros contables</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MX" sz="1050" b="0" i="0" u="none" strike="noStrike" kern="0" cap="none" spc="0" normalizeH="0" baseline="0" noProof="0" dirty="0">
                <a:ln>
                  <a:noFill/>
                </a:ln>
                <a:solidFill>
                  <a:srgbClr val="000000"/>
                </a:solidFill>
                <a:effectLst/>
                <a:uLnTx/>
                <a:uFillTx/>
                <a:latin typeface="Tahoma"/>
              </a:rPr>
              <a:t>Estados financieros</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MX" sz="1050" b="0" i="0" u="none" strike="noStrike" kern="0" cap="none" spc="0" normalizeH="0" baseline="0" noProof="0" dirty="0">
                <a:ln>
                  <a:noFill/>
                </a:ln>
                <a:solidFill>
                  <a:srgbClr val="000000"/>
                </a:solidFill>
                <a:effectLst/>
                <a:uLnTx/>
                <a:uFillTx/>
                <a:latin typeface="Tahoma"/>
              </a:rPr>
              <a:t>Documentación de respaldo (facturas, recibos, remitos)</a:t>
            </a:r>
            <a:endParaRPr kumimoji="0" lang="es-AR" sz="1050" b="0" i="0" u="none" strike="noStrike" kern="0" cap="none" spc="0" normalizeH="0" baseline="0" noProof="0" dirty="0">
              <a:ln>
                <a:noFill/>
              </a:ln>
              <a:solidFill>
                <a:srgbClr val="000000"/>
              </a:solidFill>
              <a:effectLst/>
              <a:uLnTx/>
              <a:uFillTx/>
              <a:latin typeface="Tahoma"/>
            </a:endParaRPr>
          </a:p>
        </p:txBody>
      </p:sp>
    </p:spTree>
    <p:extLst>
      <p:ext uri="{BB962C8B-B14F-4D97-AF65-F5344CB8AC3E}">
        <p14:creationId xmlns:p14="http://schemas.microsoft.com/office/powerpoint/2010/main" val="11051411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1CC7B-E311-22B2-A03F-CF74C4884B7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D1006EF-F865-12C0-9D45-991407675514}"/>
              </a:ext>
            </a:extLst>
          </p:cNvPr>
          <p:cNvSpPr>
            <a:spLocks noGrp="1"/>
          </p:cNvSpPr>
          <p:nvPr>
            <p:ph type="title"/>
          </p:nvPr>
        </p:nvSpPr>
        <p:spPr>
          <a:xfrm>
            <a:off x="854037" y="624839"/>
            <a:ext cx="7793037" cy="1143000"/>
          </a:xfrm>
        </p:spPr>
        <p:txBody>
          <a:bodyPr/>
          <a:lstStyle/>
          <a:p>
            <a:r>
              <a:rPr lang="es-AR" dirty="0"/>
              <a:t>📦 </a:t>
            </a:r>
            <a:r>
              <a:rPr lang="es-AR" b="1" dirty="0"/>
              <a:t>6. Proceso de Stock</a:t>
            </a:r>
            <a:br>
              <a:rPr lang="es-AR" b="1" dirty="0"/>
            </a:br>
            <a:endParaRPr lang="es-AR" dirty="0"/>
          </a:p>
        </p:txBody>
      </p:sp>
      <p:sp>
        <p:nvSpPr>
          <p:cNvPr id="3" name="Marcador de contenido 2">
            <a:extLst>
              <a:ext uri="{FF2B5EF4-FFF2-40B4-BE49-F238E27FC236}">
                <a16:creationId xmlns:a16="http://schemas.microsoft.com/office/drawing/2014/main" id="{6505C2A4-70B5-459A-0CD4-C3BD495BADF5}"/>
              </a:ext>
            </a:extLst>
          </p:cNvPr>
          <p:cNvSpPr>
            <a:spLocks noGrp="1"/>
          </p:cNvSpPr>
          <p:nvPr>
            <p:ph idx="1"/>
          </p:nvPr>
        </p:nvSpPr>
        <p:spPr>
          <a:xfrm>
            <a:off x="1122530" y="1557753"/>
            <a:ext cx="7772400" cy="4953000"/>
          </a:xfrm>
        </p:spPr>
        <p:txBody>
          <a:bodyPr/>
          <a:lstStyle/>
          <a:p>
            <a:r>
              <a:rPr lang="es-AR" sz="1800" dirty="0"/>
              <a:t>Controla la disponibilidad, movimiento y valorización de los bienes almacenados</a:t>
            </a:r>
          </a:p>
          <a:p>
            <a:endParaRPr lang="es-AR" sz="1800" dirty="0"/>
          </a:p>
          <a:p>
            <a:endParaRPr lang="es-AR" sz="1800" dirty="0"/>
          </a:p>
          <a:p>
            <a:r>
              <a:rPr lang="es-AR" sz="1800" b="1" dirty="0"/>
              <a:t>Partes principales</a:t>
            </a:r>
          </a:p>
          <a:p>
            <a:pPr lvl="1"/>
            <a:r>
              <a:rPr lang="es-AR" sz="2000" b="1" dirty="0"/>
              <a:t>Ingreso de mercadería</a:t>
            </a:r>
            <a:endParaRPr lang="es-AR" sz="2000" dirty="0"/>
          </a:p>
          <a:p>
            <a:pPr lvl="1"/>
            <a:r>
              <a:rPr lang="es-AR" sz="2000" b="1" dirty="0"/>
              <a:t>Almacenamiento</a:t>
            </a:r>
            <a:endParaRPr lang="es-AR" sz="2000" dirty="0"/>
          </a:p>
          <a:p>
            <a:pPr lvl="1"/>
            <a:r>
              <a:rPr lang="es-AR" sz="2000" b="1" dirty="0"/>
              <a:t>Movimientos internos</a:t>
            </a:r>
            <a:endParaRPr lang="es-AR" sz="2000" dirty="0"/>
          </a:p>
          <a:p>
            <a:pPr lvl="1"/>
            <a:r>
              <a:rPr lang="es-AR" sz="2000" b="1" dirty="0"/>
              <a:t>Despacho</a:t>
            </a:r>
            <a:endParaRPr lang="es-AR" sz="2000" dirty="0"/>
          </a:p>
          <a:p>
            <a:pPr lvl="1"/>
            <a:r>
              <a:rPr lang="es-AR" sz="2000" b="1" dirty="0"/>
              <a:t>Inventarios</a:t>
            </a:r>
            <a:endParaRPr lang="es-AR" sz="2000" dirty="0"/>
          </a:p>
          <a:p>
            <a:pPr lvl="1"/>
            <a:r>
              <a:rPr lang="es-AR" sz="2000" b="1" dirty="0"/>
              <a:t>Valorización</a:t>
            </a:r>
            <a:endParaRPr lang="es-AR" sz="2000" dirty="0"/>
          </a:p>
          <a:p>
            <a:endParaRPr lang="es-AR" dirty="0"/>
          </a:p>
        </p:txBody>
      </p:sp>
      <p:sp>
        <p:nvSpPr>
          <p:cNvPr id="4" name="CuadroTexto 3">
            <a:extLst>
              <a:ext uri="{FF2B5EF4-FFF2-40B4-BE49-F238E27FC236}">
                <a16:creationId xmlns:a16="http://schemas.microsoft.com/office/drawing/2014/main" id="{F9B759D8-7962-18D0-8D04-34EF02F04A1E}"/>
              </a:ext>
            </a:extLst>
          </p:cNvPr>
          <p:cNvSpPr txBox="1"/>
          <p:nvPr/>
        </p:nvSpPr>
        <p:spPr>
          <a:xfrm>
            <a:off x="4750555" y="2819400"/>
            <a:ext cx="3612995" cy="2928494"/>
          </a:xfrm>
          <a:prstGeom prst="rect">
            <a:avLst/>
          </a:prstGeom>
          <a:noFill/>
        </p:spPr>
        <p:txBody>
          <a:bodyPr wrap="square" rtlCol="0">
            <a:spAutoFit/>
          </a:bodyPr>
          <a:lstStyle/>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itchFamily="2" charset="2"/>
              <a:buChar char="n"/>
              <a:tabLst/>
              <a:defRPr/>
            </a:pPr>
            <a:r>
              <a:rPr kumimoji="0" lang="es-AR" sz="1600" b="1" i="0" u="none" strike="noStrike" kern="0" cap="none" spc="0" normalizeH="0" baseline="0" noProof="0" dirty="0">
                <a:ln>
                  <a:noFill/>
                </a:ln>
                <a:solidFill>
                  <a:srgbClr val="000000"/>
                </a:solidFill>
                <a:effectLst/>
                <a:uLnTx/>
                <a:uFillTx/>
                <a:latin typeface="Tahoma"/>
                <a:ea typeface="+mn-ea"/>
                <a:cs typeface="+mn-cs"/>
              </a:rPr>
              <a:t>Circuito de datos</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MX" sz="1050" b="0" i="0" u="none" strike="noStrike" kern="0" cap="none" spc="0" normalizeH="0" baseline="0" noProof="0" dirty="0">
                <a:ln>
                  <a:noFill/>
                </a:ln>
                <a:solidFill>
                  <a:srgbClr val="000000"/>
                </a:solidFill>
                <a:effectLst/>
                <a:uLnTx/>
                <a:uFillTx/>
                <a:latin typeface="Tahoma"/>
              </a:rPr>
              <a:t>Código de producto</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MX" sz="1050" b="0" i="0" u="none" strike="noStrike" kern="0" cap="none" spc="0" normalizeH="0" baseline="0" noProof="0" dirty="0">
                <a:ln>
                  <a:noFill/>
                </a:ln>
                <a:solidFill>
                  <a:srgbClr val="000000"/>
                </a:solidFill>
                <a:effectLst/>
                <a:uLnTx/>
                <a:uFillTx/>
                <a:latin typeface="Tahoma"/>
              </a:rPr>
              <a:t>Cantidades disponibles, reservadas y comprometidas</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MX" sz="1050" b="0" i="0" u="none" strike="noStrike" kern="0" cap="none" spc="0" normalizeH="0" baseline="0" noProof="0" dirty="0">
                <a:ln>
                  <a:noFill/>
                </a:ln>
                <a:solidFill>
                  <a:srgbClr val="000000"/>
                </a:solidFill>
                <a:effectLst/>
                <a:uLnTx/>
                <a:uFillTx/>
                <a:latin typeface="Tahoma"/>
              </a:rPr>
              <a:t>Movimientos (ingresos, egresos, ajustes)</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MX" sz="1050" b="0" i="0" u="none" strike="noStrike" kern="0" cap="none" spc="0" normalizeH="0" baseline="0" noProof="0" dirty="0">
                <a:ln>
                  <a:noFill/>
                </a:ln>
                <a:solidFill>
                  <a:srgbClr val="000000"/>
                </a:solidFill>
                <a:effectLst/>
                <a:uLnTx/>
                <a:uFillTx/>
                <a:latin typeface="Tahoma"/>
              </a:rPr>
              <a:t>Ubicaciones físicas</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MX" sz="1050" b="0" i="0" u="none" strike="noStrike" kern="0" cap="none" spc="0" normalizeH="0" baseline="0" noProof="0" dirty="0">
                <a:ln>
                  <a:noFill/>
                </a:ln>
                <a:solidFill>
                  <a:srgbClr val="000000"/>
                </a:solidFill>
                <a:effectLst/>
                <a:uLnTx/>
                <a:uFillTx/>
                <a:latin typeface="Tahoma"/>
              </a:rPr>
              <a:t>Costos y valorización</a:t>
            </a:r>
          </a:p>
          <a:p>
            <a:pPr marL="285750" indent="-285750">
              <a:spcBef>
                <a:spcPct val="20000"/>
              </a:spcBef>
              <a:buClr>
                <a:srgbClr val="FF0000"/>
              </a:buClr>
              <a:buSzPct val="55000"/>
              <a:buFont typeface="Wingdings" pitchFamily="2" charset="2"/>
              <a:buChar char="n"/>
              <a:defRPr/>
            </a:pPr>
            <a:r>
              <a:rPr kumimoji="0" lang="es-AR" sz="1600" b="1" i="0" u="none" strike="noStrike" kern="0" cap="none" spc="0" normalizeH="0" baseline="0" noProof="0" dirty="0">
                <a:ln>
                  <a:noFill/>
                </a:ln>
                <a:solidFill>
                  <a:srgbClr val="000000"/>
                </a:solidFill>
                <a:effectLst/>
                <a:uLnTx/>
                <a:uFillTx/>
                <a:latin typeface="Tahoma"/>
                <a:ea typeface="+mn-ea"/>
                <a:cs typeface="+mn-cs"/>
              </a:rPr>
              <a:t>Circuito documental</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AR" sz="1050" b="0" i="0" u="none" strike="noStrike" kern="0" cap="none" spc="0" normalizeH="0" baseline="0" noProof="0" dirty="0">
                <a:ln>
                  <a:noFill/>
                </a:ln>
                <a:solidFill>
                  <a:srgbClr val="000000"/>
                </a:solidFill>
                <a:effectLst/>
                <a:uLnTx/>
                <a:uFillTx/>
                <a:latin typeface="Tahoma"/>
              </a:rPr>
              <a:t>Remitos de ingreso</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AR" sz="1050" b="0" i="0" u="none" strike="noStrike" kern="0" cap="none" spc="0" normalizeH="0" baseline="0" noProof="0" dirty="0">
                <a:ln>
                  <a:noFill/>
                </a:ln>
                <a:solidFill>
                  <a:srgbClr val="000000"/>
                </a:solidFill>
                <a:effectLst/>
                <a:uLnTx/>
                <a:uFillTx/>
                <a:latin typeface="Tahoma"/>
              </a:rPr>
              <a:t>Remitos de salida</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lang="es-AR" sz="1050" kern="0" dirty="0">
                <a:solidFill>
                  <a:srgbClr val="000000"/>
                </a:solidFill>
                <a:latin typeface="Tahoma"/>
              </a:rPr>
              <a:t>Picking, </a:t>
            </a:r>
            <a:r>
              <a:rPr lang="es-AR" sz="1050" kern="0" dirty="0" err="1">
                <a:solidFill>
                  <a:srgbClr val="000000"/>
                </a:solidFill>
                <a:latin typeface="Tahoma"/>
              </a:rPr>
              <a:t>packing</a:t>
            </a:r>
            <a:r>
              <a:rPr lang="es-AR" sz="1050" kern="0" dirty="0">
                <a:solidFill>
                  <a:srgbClr val="000000"/>
                </a:solidFill>
                <a:latin typeface="Tahoma"/>
              </a:rPr>
              <a:t> y despacho - etiquetas</a:t>
            </a:r>
            <a:endParaRPr kumimoji="0" lang="es-AR" sz="1050" b="0" i="0" u="none" strike="noStrike" kern="0" cap="none" spc="0" normalizeH="0" baseline="0" noProof="0" dirty="0">
              <a:ln>
                <a:noFill/>
              </a:ln>
              <a:solidFill>
                <a:srgbClr val="000000"/>
              </a:solidFill>
              <a:effectLst/>
              <a:uLnTx/>
              <a:uFillTx/>
              <a:latin typeface="Tahoma"/>
            </a:endParaRP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AR" sz="1050" b="0" i="0" u="none" strike="noStrike" kern="0" cap="none" spc="0" normalizeH="0" baseline="0" noProof="0" dirty="0">
                <a:ln>
                  <a:noFill/>
                </a:ln>
                <a:solidFill>
                  <a:srgbClr val="000000"/>
                </a:solidFill>
                <a:effectLst/>
                <a:uLnTx/>
                <a:uFillTx/>
                <a:latin typeface="Tahoma"/>
              </a:rPr>
              <a:t>Ajustes de stock</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AR" sz="1050" b="0" i="0" u="none" strike="noStrike" kern="0" cap="none" spc="0" normalizeH="0" baseline="0" noProof="0" dirty="0">
                <a:ln>
                  <a:noFill/>
                </a:ln>
                <a:solidFill>
                  <a:srgbClr val="000000"/>
                </a:solidFill>
                <a:effectLst/>
                <a:uLnTx/>
                <a:uFillTx/>
                <a:latin typeface="Tahoma"/>
              </a:rPr>
              <a:t>Informes de inventario</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itchFamily="2" charset="2"/>
              <a:buChar char="n"/>
              <a:tabLst/>
              <a:defRPr/>
            </a:pPr>
            <a:r>
              <a:rPr kumimoji="0" lang="es-AR" sz="1050" b="0" i="0" u="none" strike="noStrike" kern="0" cap="none" spc="0" normalizeH="0" baseline="0" noProof="0" dirty="0">
                <a:ln>
                  <a:noFill/>
                </a:ln>
                <a:solidFill>
                  <a:srgbClr val="000000"/>
                </a:solidFill>
                <a:effectLst/>
                <a:uLnTx/>
                <a:uFillTx/>
                <a:latin typeface="Tahoma"/>
              </a:rPr>
              <a:t>Kardex o movimientos históricos</a:t>
            </a:r>
          </a:p>
        </p:txBody>
      </p:sp>
    </p:spTree>
    <p:extLst>
      <p:ext uri="{BB962C8B-B14F-4D97-AF65-F5344CB8AC3E}">
        <p14:creationId xmlns:p14="http://schemas.microsoft.com/office/powerpoint/2010/main" val="405725350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5.9|118.2|19.9|42.7"/>
</p:tagLst>
</file>

<file path=ppt/tags/tag2.xml><?xml version="1.0" encoding="utf-8"?>
<p:tagLst xmlns:a="http://schemas.openxmlformats.org/drawingml/2006/main" xmlns:r="http://schemas.openxmlformats.org/officeDocument/2006/relationships" xmlns:p="http://schemas.openxmlformats.org/presentationml/2006/main">
  <p:tag name="TIMING" val="|24.4|9.8|9.1|9|11.4|10.2|6.8|30.4|15.6"/>
</p:tagLst>
</file>

<file path=ppt/tags/tag3.xml><?xml version="1.0" encoding="utf-8"?>
<p:tagLst xmlns:a="http://schemas.openxmlformats.org/drawingml/2006/main" xmlns:r="http://schemas.openxmlformats.org/officeDocument/2006/relationships" xmlns:p="http://schemas.openxmlformats.org/presentationml/2006/main">
  <p:tag name="TIMING" val="|134.2"/>
</p:tagLst>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s-AR" sz="1400" b="0" i="0" u="none" strike="noStrike" cap="none" normalizeH="0" baseline="0" smtClean="0">
            <a:ln>
              <a:noFill/>
            </a:ln>
            <a:solidFill>
              <a:schemeClr val="folHlink"/>
            </a:solidFill>
            <a:effectLst/>
            <a:latin typeface="Tahoma"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s-AR" sz="1400" b="0" i="0" u="none" strike="noStrike" cap="none" normalizeH="0" baseline="0" smtClean="0">
            <a:ln>
              <a:noFill/>
            </a:ln>
            <a:solidFill>
              <a:schemeClr val="folHlink"/>
            </a:solidFill>
            <a:effectLst/>
            <a:latin typeface="Tahoma"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C:\Apps\Office2000\Templates\Presentation Designs\Blends.pot</Template>
  <TotalTime>3139</TotalTime>
  <Words>2252</Words>
  <Application>Microsoft Office PowerPoint</Application>
  <PresentationFormat>Presentación en pantalla (4:3)</PresentationFormat>
  <Paragraphs>293</Paragraphs>
  <Slides>21</Slides>
  <Notes>5</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21</vt:i4>
      </vt:variant>
    </vt:vector>
  </HeadingPairs>
  <TitlesOfParts>
    <vt:vector size="27" baseType="lpstr">
      <vt:lpstr>Arial</vt:lpstr>
      <vt:lpstr>Calibri</vt:lpstr>
      <vt:lpstr>Tahoma</vt:lpstr>
      <vt:lpstr>Times New Roman</vt:lpstr>
      <vt:lpstr>Wingdings</vt:lpstr>
      <vt:lpstr>Blends</vt:lpstr>
      <vt:lpstr>Diseño y gestión de Bases de Datos</vt:lpstr>
      <vt:lpstr>Presentación de PowerPoint</vt:lpstr>
      <vt:lpstr>Los sistemas de datos en las organizaciones</vt:lpstr>
      <vt:lpstr>Gestión de datos</vt:lpstr>
      <vt:lpstr>Roles en la gestión de datos</vt:lpstr>
      <vt:lpstr>Importancia del ecosistema del dato </vt:lpstr>
      <vt:lpstr>Rol : DBA</vt:lpstr>
      <vt:lpstr>Rol : Propietario de Datos</vt:lpstr>
      <vt:lpstr>Rol : Curador de Datos</vt:lpstr>
      <vt:lpstr>Rol : Ingeniero de Datos</vt:lpstr>
      <vt:lpstr>Rol : Arquitecto de Datos</vt:lpstr>
      <vt:lpstr>Rol : Custodio de Datos</vt:lpstr>
      <vt:lpstr>Rol : Analista de Datos</vt:lpstr>
      <vt:lpstr>Rol : Científico de Datos</vt:lpstr>
      <vt:lpstr>Los Datos en los sistemas de información organizacionales</vt:lpstr>
      <vt:lpstr>🛒 1. Proceso de Compras </vt:lpstr>
      <vt:lpstr>🛍️ 2. Proceso de Ventas </vt:lpstr>
      <vt:lpstr>💸 3. Proceso de Pagos </vt:lpstr>
      <vt:lpstr>💰 4. Proceso de Cobros </vt:lpstr>
      <vt:lpstr>📚 5. Proceso de Contabilidad </vt:lpstr>
      <vt:lpstr>📦 6. Proceso de Stock </vt:lpstr>
    </vt:vector>
  </TitlesOfParts>
  <Company>UBA - FCE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Tecnología de la Información</dc:title>
  <dc:subject>Hardware: Almacenamiento auxiliar / Periféricos</dc:subject>
  <dc:creator>Esteban Suti</dc:creator>
  <cp:lastModifiedBy>Micaela Gutierrez</cp:lastModifiedBy>
  <cp:revision>19</cp:revision>
  <dcterms:created xsi:type="dcterms:W3CDTF">2002-08-15T14:16:53Z</dcterms:created>
  <dcterms:modified xsi:type="dcterms:W3CDTF">2026-08-20T22:46:23Z</dcterms:modified>
</cp:coreProperties>
</file>